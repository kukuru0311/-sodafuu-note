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1枚目（表紙）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2枚目（くわしい内容）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飾り_泡"/>
          <p:cNvSpPr/>
          <p:nvPr/>
        </p:nvSpPr>
        <p:spPr>
          <a:xfrm>
            <a:off x="8477250" y="381000"/>
            <a:ext cx="1333500" cy="1333500"/>
          </a:xfrm>
          <a:prstGeom prst="ellipse">
            <a:avLst/>
          </a:prstGeom>
          <a:solidFill>
            <a:srgbClr val="F9DCC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飾り_泡"/>
          <p:cNvSpPr/>
          <p:nvPr/>
        </p:nvSpPr>
        <p:spPr>
          <a:xfrm>
            <a:off x="8039100" y="1943100"/>
            <a:ext cx="495300" cy="495300"/>
          </a:xfrm>
          <a:prstGeom prst="ellipse">
            <a:avLst/>
          </a:prstGeom>
          <a:solidFill>
            <a:srgbClr val="7DB89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飾り_泡"/>
          <p:cNvSpPr/>
          <p:nvPr/>
        </p:nvSpPr>
        <p:spPr>
          <a:xfrm>
            <a:off x="9467850" y="2705100"/>
            <a:ext cx="304800" cy="304800"/>
          </a:xfrm>
          <a:prstGeom prst="ellipse">
            <a:avLst/>
          </a:prstGeom>
          <a:noFill/>
          <a:ln w="47625">
            <a:solidFill>
              <a:srgbClr val="D9692F"/>
            </a:solidFill>
          </a:ln>
        </p:spPr>
        <p:txBody>
          <a:bodyPr rtlCol="0" anchor="ctr"/>
          <a:lstStyle/>
          <a:p/>
        </p:txBody>
      </p:sp>
      <p:sp>
        <p:nvSpPr>
          <p:cNvPr id="5" name="飾り_泡"/>
          <p:cNvSpPr/>
          <p:nvPr/>
        </p:nvSpPr>
        <p:spPr>
          <a:xfrm>
            <a:off x="733425" y="4162425"/>
            <a:ext cx="342900" cy="342900"/>
          </a:xfrm>
          <a:prstGeom prst="ellipse">
            <a:avLst/>
          </a:prstGeom>
          <a:solidFill>
            <a:srgbClr val="F2B84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ラベル背景"/>
          <p:cNvSpPr/>
          <p:nvPr/>
        </p:nvSpPr>
        <p:spPr>
          <a:xfrm>
            <a:off x="857250" y="952500"/>
            <a:ext cx="2857500" cy="685800"/>
          </a:xfrm>
          <a:prstGeom prst="roundRect">
            <a:avLst>
              <a:gd name="adj" fmla="val 50000"/>
            </a:avLst>
          </a:prstGeom>
          <a:solidFill>
            <a:srgbClr val="D969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ラベル文字"/>
          <p:cNvSpPr txBox="1"/>
          <p:nvPr/>
        </p:nvSpPr>
        <p:spPr>
          <a:xfrm>
            <a:off x="857250" y="952500"/>
            <a:ext cx="28575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冬の体験会</a:t>
            </a:r>
          </a:p>
        </p:txBody>
      </p:sp>
      <p:sp>
        <p:nvSpPr>
          <p:cNvPr id="8" name="タイトル"/>
          <p:cNvSpPr txBox="1"/>
          <p:nvPr/>
        </p:nvSpPr>
        <p:spPr>
          <a:xfrm>
            <a:off x="857250" y="2047875"/>
            <a:ext cx="8572500" cy="2190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800" b="1">
                <a:solidFill>
                  <a:srgbClr val="3B332E"/>
                </a:solidFill>
                <a:latin typeface="Zen Maru Gothic"/>
                <a:ea typeface="Zen Maru Gothic"/>
                <a:cs typeface="Zen Maru Gothic"/>
              </a:rPr>
              <a:t>「やってみたい」を</a:t>
            </a:r>
          </a:p>
          <a:p>
            <a:pPr algn="l">
              <a:lnSpc>
                <a:spcPct val="115000"/>
              </a:lnSpc>
            </a:pPr>
            <a:r>
              <a:rPr sz="5800" b="1">
                <a:solidFill>
                  <a:srgbClr val="3B332E"/>
                </a:solidFill>
                <a:latin typeface="Zen Maru Gothic"/>
                <a:ea typeface="Zen Maru Gothic"/>
                <a:cs typeface="Zen Maru Gothic"/>
              </a:rPr>
              <a:t>ためしに来ませんか</a:t>
            </a:r>
          </a:p>
        </p:txBody>
      </p:sp>
      <p:sp>
        <p:nvSpPr>
          <p:cNvPr id="9" name="飾り_下線"/>
          <p:cNvSpPr/>
          <p:nvPr/>
        </p:nvSpPr>
        <p:spPr>
          <a:xfrm>
            <a:off x="991552" y="4219575"/>
            <a:ext cx="5334000" cy="171450"/>
          </a:xfrm>
          <a:custGeom>
            <a:avLst/>
            <a:gdLst/>
            <a:ahLst/>
            <a:cxnLst/>
            <a:rect l="l" t="t" r="r" b="b"/>
            <a:pathLst>
              <a:path w="5334000" h="171450">
                <a:moveTo>
                  <a:pt x="0" y="85725"/>
                </a:moveTo>
                <a:lnTo>
                  <a:pt x="28569" y="115395"/>
                </a:lnTo>
                <a:lnTo>
                  <a:pt x="48190" y="141398"/>
                </a:lnTo>
                <a:lnTo>
                  <a:pt x="60558" y="160519"/>
                </a:lnTo>
                <a:lnTo>
                  <a:pt x="68267" y="170394"/>
                </a:lnTo>
                <a:lnTo>
                  <a:pt x="74483" y="169802"/>
                </a:lnTo>
                <a:lnTo>
                  <a:pt x="82560" y="158817"/>
                </a:lnTo>
                <a:lnTo>
                  <a:pt x="95621" y="138796"/>
                </a:lnTo>
                <a:lnTo>
                  <a:pt x="116171" y="112215"/>
                </a:lnTo>
                <a:lnTo>
                  <a:pt x="145792" y="82359"/>
                </a:lnTo>
                <a:lnTo>
                  <a:pt x="184943" y="52919"/>
                </a:lnTo>
                <a:lnTo>
                  <a:pt x="232905" y="27534"/>
                </a:lnTo>
                <a:lnTo>
                  <a:pt x="287871" y="9343"/>
                </a:lnTo>
                <a:lnTo>
                  <a:pt x="347167" y="594"/>
                </a:lnTo>
                <a:lnTo>
                  <a:pt x="407583" y="2368"/>
                </a:lnTo>
                <a:lnTo>
                  <a:pt x="465774" y="14447"/>
                </a:lnTo>
                <a:lnTo>
                  <a:pt x="518665" y="35337"/>
                </a:lnTo>
                <a:lnTo>
                  <a:pt x="563841" y="62455"/>
                </a:lnTo>
                <a:lnTo>
                  <a:pt x="599837" y="92450"/>
                </a:lnTo>
                <a:lnTo>
                  <a:pt x="626326" y="121614"/>
                </a:lnTo>
                <a:lnTo>
                  <a:pt x="644153" y="146341"/>
                </a:lnTo>
                <a:lnTo>
                  <a:pt x="655236" y="163575"/>
                </a:lnTo>
                <a:lnTo>
                  <a:pt x="662326" y="171185"/>
                </a:lnTo>
                <a:lnTo>
                  <a:pt x="668668" y="168231"/>
                </a:lnTo>
                <a:lnTo>
                  <a:pt x="677598" y="155077"/>
                </a:lnTo>
                <a:lnTo>
                  <a:pt x="692135" y="133351"/>
                </a:lnTo>
                <a:lnTo>
                  <a:pt x="714602" y="105737"/>
                </a:lnTo>
                <a:lnTo>
                  <a:pt x="746342" y="75649"/>
                </a:lnTo>
                <a:lnTo>
                  <a:pt x="787554" y="46806"/>
                </a:lnTo>
                <a:lnTo>
                  <a:pt x="837264" y="22775"/>
                </a:lnTo>
                <a:lnTo>
                  <a:pt x="893448" y="6525"/>
                </a:lnTo>
                <a:lnTo>
                  <a:pt x="953281" y="66"/>
                </a:lnTo>
                <a:lnTo>
                  <a:pt x="1013489" y="4195"/>
                </a:lnTo>
                <a:lnTo>
                  <a:pt x="1070750" y="18403"/>
                </a:lnTo>
                <a:lnTo>
                  <a:pt x="1122106" y="40933"/>
                </a:lnTo>
                <a:lnTo>
                  <a:pt x="1165330" y="69000"/>
                </a:lnTo>
                <a:lnTo>
                  <a:pt x="1199200" y="99135"/>
                </a:lnTo>
                <a:lnTo>
                  <a:pt x="1223650" y="127612"/>
                </a:lnTo>
                <a:lnTo>
                  <a:pt x="1239779" y="150910"/>
                </a:lnTo>
                <a:lnTo>
                  <a:pt x="1249714" y="166151"/>
                </a:lnTo>
                <a:lnTo>
                  <a:pt x="1256348" y="171450"/>
                </a:lnTo>
                <a:lnTo>
                  <a:pt x="1262981" y="166151"/>
                </a:lnTo>
                <a:lnTo>
                  <a:pt x="1272916" y="150910"/>
                </a:lnTo>
                <a:lnTo>
                  <a:pt x="1289045" y="127612"/>
                </a:lnTo>
                <a:lnTo>
                  <a:pt x="1313495" y="99135"/>
                </a:lnTo>
                <a:lnTo>
                  <a:pt x="1347365" y="69000"/>
                </a:lnTo>
                <a:lnTo>
                  <a:pt x="1390589" y="40933"/>
                </a:lnTo>
                <a:lnTo>
                  <a:pt x="1441945" y="18403"/>
                </a:lnTo>
                <a:lnTo>
                  <a:pt x="1499206" y="4195"/>
                </a:lnTo>
                <a:lnTo>
                  <a:pt x="1559414" y="66"/>
                </a:lnTo>
                <a:lnTo>
                  <a:pt x="1619247" y="6525"/>
                </a:lnTo>
                <a:lnTo>
                  <a:pt x="1675431" y="22775"/>
                </a:lnTo>
                <a:lnTo>
                  <a:pt x="1725141" y="46806"/>
                </a:lnTo>
                <a:lnTo>
                  <a:pt x="1766353" y="75649"/>
                </a:lnTo>
                <a:lnTo>
                  <a:pt x="1798093" y="105737"/>
                </a:lnTo>
                <a:lnTo>
                  <a:pt x="1820560" y="133351"/>
                </a:lnTo>
                <a:lnTo>
                  <a:pt x="1835097" y="155077"/>
                </a:lnTo>
                <a:lnTo>
                  <a:pt x="1844027" y="168231"/>
                </a:lnTo>
                <a:lnTo>
                  <a:pt x="1850369" y="171185"/>
                </a:lnTo>
                <a:lnTo>
                  <a:pt x="1857459" y="163575"/>
                </a:lnTo>
                <a:lnTo>
                  <a:pt x="1868542" y="146341"/>
                </a:lnTo>
                <a:lnTo>
                  <a:pt x="1886369" y="121614"/>
                </a:lnTo>
                <a:lnTo>
                  <a:pt x="1912858" y="92450"/>
                </a:lnTo>
                <a:lnTo>
                  <a:pt x="1948854" y="62455"/>
                </a:lnTo>
                <a:lnTo>
                  <a:pt x="1994030" y="35337"/>
                </a:lnTo>
                <a:lnTo>
                  <a:pt x="2046921" y="14447"/>
                </a:lnTo>
                <a:lnTo>
                  <a:pt x="2105112" y="2368"/>
                </a:lnTo>
                <a:lnTo>
                  <a:pt x="2165528" y="594"/>
                </a:lnTo>
                <a:lnTo>
                  <a:pt x="2224824" y="9343"/>
                </a:lnTo>
                <a:lnTo>
                  <a:pt x="2279790" y="27534"/>
                </a:lnTo>
                <a:lnTo>
                  <a:pt x="2327752" y="52919"/>
                </a:lnTo>
                <a:lnTo>
                  <a:pt x="2366903" y="82359"/>
                </a:lnTo>
                <a:lnTo>
                  <a:pt x="2396524" y="112215"/>
                </a:lnTo>
                <a:lnTo>
                  <a:pt x="2417074" y="138796"/>
                </a:lnTo>
                <a:lnTo>
                  <a:pt x="2430135" y="158817"/>
                </a:lnTo>
                <a:lnTo>
                  <a:pt x="2438212" y="169802"/>
                </a:lnTo>
                <a:lnTo>
                  <a:pt x="2444428" y="170394"/>
                </a:lnTo>
                <a:lnTo>
                  <a:pt x="2452137" y="160519"/>
                </a:lnTo>
                <a:lnTo>
                  <a:pt x="2464505" y="141398"/>
                </a:lnTo>
                <a:lnTo>
                  <a:pt x="2484126" y="115395"/>
                </a:lnTo>
                <a:lnTo>
                  <a:pt x="2512695" y="85725"/>
                </a:lnTo>
                <a:lnTo>
                  <a:pt x="2550801" y="56054"/>
                </a:lnTo>
                <a:lnTo>
                  <a:pt x="2597855" y="30051"/>
                </a:lnTo>
                <a:lnTo>
                  <a:pt x="2652162" y="10930"/>
                </a:lnTo>
                <a:lnTo>
                  <a:pt x="2711128" y="1055"/>
                </a:lnTo>
                <a:lnTo>
                  <a:pt x="2771587" y="1647"/>
                </a:lnTo>
                <a:lnTo>
                  <a:pt x="2830185" y="12632"/>
                </a:lnTo>
                <a:lnTo>
                  <a:pt x="2883799" y="32653"/>
                </a:lnTo>
                <a:lnTo>
                  <a:pt x="2929924" y="59234"/>
                </a:lnTo>
                <a:lnTo>
                  <a:pt x="2966978" y="89090"/>
                </a:lnTo>
                <a:lnTo>
                  <a:pt x="2994502" y="118530"/>
                </a:lnTo>
                <a:lnTo>
                  <a:pt x="3013215" y="143915"/>
                </a:lnTo>
                <a:lnTo>
                  <a:pt x="3024924" y="162106"/>
                </a:lnTo>
                <a:lnTo>
                  <a:pt x="3032303" y="170855"/>
                </a:lnTo>
                <a:lnTo>
                  <a:pt x="3038562" y="169081"/>
                </a:lnTo>
                <a:lnTo>
                  <a:pt x="3047046" y="157002"/>
                </a:lnTo>
                <a:lnTo>
                  <a:pt x="3060830" y="136112"/>
                </a:lnTo>
                <a:lnTo>
                  <a:pt x="3082329" y="108994"/>
                </a:lnTo>
                <a:lnTo>
                  <a:pt x="3113008" y="78999"/>
                </a:lnTo>
                <a:lnTo>
                  <a:pt x="3153194" y="49835"/>
                </a:lnTo>
                <a:lnTo>
                  <a:pt x="3202042" y="25108"/>
                </a:lnTo>
                <a:lnTo>
                  <a:pt x="3257634" y="7874"/>
                </a:lnTo>
                <a:lnTo>
                  <a:pt x="3317219" y="264"/>
                </a:lnTo>
                <a:lnTo>
                  <a:pt x="3377552" y="3218"/>
                </a:lnTo>
                <a:lnTo>
                  <a:pt x="3435297" y="16372"/>
                </a:lnTo>
                <a:lnTo>
                  <a:pt x="3487435" y="38098"/>
                </a:lnTo>
                <a:lnTo>
                  <a:pt x="3531643" y="65712"/>
                </a:lnTo>
                <a:lnTo>
                  <a:pt x="3566578" y="95800"/>
                </a:lnTo>
                <a:lnTo>
                  <a:pt x="3592041" y="124643"/>
                </a:lnTo>
                <a:lnTo>
                  <a:pt x="3609006" y="148674"/>
                </a:lnTo>
                <a:lnTo>
                  <a:pt x="3619497" y="164924"/>
                </a:lnTo>
                <a:lnTo>
                  <a:pt x="3626339" y="171383"/>
                </a:lnTo>
                <a:lnTo>
                  <a:pt x="3632806" y="167254"/>
                </a:lnTo>
                <a:lnTo>
                  <a:pt x="3642220" y="153046"/>
                </a:lnTo>
                <a:lnTo>
                  <a:pt x="3657539" y="130516"/>
                </a:lnTo>
                <a:lnTo>
                  <a:pt x="3680990" y="102449"/>
                </a:lnTo>
                <a:lnTo>
                  <a:pt x="3713795" y="72314"/>
                </a:lnTo>
                <a:lnTo>
                  <a:pt x="3756020" y="43837"/>
                </a:lnTo>
                <a:lnTo>
                  <a:pt x="3806566" y="20539"/>
                </a:lnTo>
                <a:lnTo>
                  <a:pt x="3863306" y="5298"/>
                </a:lnTo>
                <a:lnTo>
                  <a:pt x="3923348" y="0"/>
                </a:lnTo>
                <a:lnTo>
                  <a:pt x="3983389" y="5298"/>
                </a:lnTo>
                <a:lnTo>
                  <a:pt x="4040129" y="20539"/>
                </a:lnTo>
                <a:lnTo>
                  <a:pt x="4090675" y="43837"/>
                </a:lnTo>
                <a:lnTo>
                  <a:pt x="4132900" y="72314"/>
                </a:lnTo>
                <a:lnTo>
                  <a:pt x="4165705" y="102449"/>
                </a:lnTo>
                <a:lnTo>
                  <a:pt x="4189156" y="130516"/>
                </a:lnTo>
                <a:lnTo>
                  <a:pt x="4204475" y="153046"/>
                </a:lnTo>
                <a:lnTo>
                  <a:pt x="4213889" y="167254"/>
                </a:lnTo>
                <a:lnTo>
                  <a:pt x="4220356" y="171383"/>
                </a:lnTo>
                <a:lnTo>
                  <a:pt x="4227198" y="164924"/>
                </a:lnTo>
                <a:lnTo>
                  <a:pt x="4237689" y="148674"/>
                </a:lnTo>
                <a:lnTo>
                  <a:pt x="4254654" y="124643"/>
                </a:lnTo>
                <a:lnTo>
                  <a:pt x="4280117" y="95800"/>
                </a:lnTo>
                <a:lnTo>
                  <a:pt x="4315052" y="65712"/>
                </a:lnTo>
                <a:lnTo>
                  <a:pt x="4359260" y="38098"/>
                </a:lnTo>
                <a:lnTo>
                  <a:pt x="4411398" y="16372"/>
                </a:lnTo>
                <a:lnTo>
                  <a:pt x="4469143" y="3218"/>
                </a:lnTo>
                <a:lnTo>
                  <a:pt x="4529476" y="264"/>
                </a:lnTo>
                <a:lnTo>
                  <a:pt x="4589061" y="7874"/>
                </a:lnTo>
                <a:lnTo>
                  <a:pt x="4644653" y="25108"/>
                </a:lnTo>
                <a:lnTo>
                  <a:pt x="4693501" y="49835"/>
                </a:lnTo>
                <a:lnTo>
                  <a:pt x="4733687" y="78999"/>
                </a:lnTo>
                <a:lnTo>
                  <a:pt x="4764366" y="108994"/>
                </a:lnTo>
                <a:lnTo>
                  <a:pt x="4785865" y="136112"/>
                </a:lnTo>
                <a:lnTo>
                  <a:pt x="4799649" y="157002"/>
                </a:lnTo>
                <a:lnTo>
                  <a:pt x="4808133" y="169081"/>
                </a:lnTo>
                <a:lnTo>
                  <a:pt x="4814392" y="170855"/>
                </a:lnTo>
                <a:lnTo>
                  <a:pt x="4821771" y="162106"/>
                </a:lnTo>
                <a:lnTo>
                  <a:pt x="4833480" y="143915"/>
                </a:lnTo>
                <a:lnTo>
                  <a:pt x="4852193" y="118530"/>
                </a:lnTo>
                <a:lnTo>
                  <a:pt x="4879717" y="89090"/>
                </a:lnTo>
                <a:lnTo>
                  <a:pt x="4916771" y="59234"/>
                </a:lnTo>
                <a:lnTo>
                  <a:pt x="4962896" y="32653"/>
                </a:lnTo>
                <a:lnTo>
                  <a:pt x="5016510" y="12632"/>
                </a:lnTo>
                <a:lnTo>
                  <a:pt x="5075108" y="1647"/>
                </a:lnTo>
                <a:lnTo>
                  <a:pt x="5135567" y="1055"/>
                </a:lnTo>
                <a:lnTo>
                  <a:pt x="5194533" y="10930"/>
                </a:lnTo>
                <a:lnTo>
                  <a:pt x="5248840" y="30051"/>
                </a:lnTo>
                <a:lnTo>
                  <a:pt x="5295894" y="56054"/>
                </a:lnTo>
                <a:lnTo>
                  <a:pt x="5334000" y="85725"/>
                </a:lnTo>
              </a:path>
            </a:pathLst>
          </a:custGeom>
          <a:noFill/>
          <a:ln w="47625">
            <a:solidFill>
              <a:srgbClr val="7DB8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教室名"/>
          <p:cNvSpPr txBox="1"/>
          <p:nvPr/>
        </p:nvSpPr>
        <p:spPr>
          <a:xfrm>
            <a:off x="857250" y="4667250"/>
            <a:ext cx="8572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D9692F"/>
                </a:solidFill>
                <a:latin typeface="Zen Maru Gothic"/>
                <a:ea typeface="Zen Maru Gothic"/>
                <a:cs typeface="Zen Maru Gothic"/>
              </a:rPr>
              <a:t>おえかき教室 そらいろ</a:t>
            </a:r>
          </a:p>
        </p:txBody>
      </p:sp>
      <p:sp>
        <p:nvSpPr>
          <p:cNvPr id="11" name="写真枠（写真に差し替え）"/>
          <p:cNvSpPr/>
          <p:nvPr/>
        </p:nvSpPr>
        <p:spPr>
          <a:xfrm>
            <a:off x="857250" y="5381625"/>
            <a:ext cx="8572500" cy="4095750"/>
          </a:xfrm>
          <a:prstGeom prst="roundRect">
            <a:avLst>
              <a:gd name="adj" fmla="val 8000"/>
            </a:avLst>
          </a:prstGeom>
          <a:solidFill>
            <a:srgbClr val="F9DCC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写真枠の説明（差し替え後に削除）"/>
          <p:cNvSpPr txBox="1"/>
          <p:nvPr/>
        </p:nvSpPr>
        <p:spPr>
          <a:xfrm>
            <a:off x="857250" y="5381625"/>
            <a:ext cx="8572500" cy="409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D9692F"/>
                </a:solidFill>
                <a:latin typeface="Zen Maru Gothic"/>
                <a:ea typeface="Zen Maru Gothic"/>
                <a:cs typeface="Zen Maru Gothic"/>
              </a:rPr>
              <a:t>ここに教室の写真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D9692F"/>
                </a:solidFill>
                <a:latin typeface="Zen Maru Gothic"/>
                <a:ea typeface="Zen Maru Gothic"/>
                <a:cs typeface="Zen Maru Gothic"/>
              </a:rPr>
              <a:t>（作品や道具の写真もおすすめ）</a:t>
            </a:r>
          </a:p>
        </p:txBody>
      </p:sp>
      <p:sp>
        <p:nvSpPr>
          <p:cNvPr id="13" name="下の帯"/>
          <p:cNvSpPr/>
          <p:nvPr/>
        </p:nvSpPr>
        <p:spPr>
          <a:xfrm>
            <a:off x="0" y="9848850"/>
            <a:ext cx="10287000" cy="3009900"/>
          </a:xfrm>
          <a:custGeom>
            <a:avLst/>
            <a:gdLst/>
            <a:ahLst/>
            <a:cxnLst/>
            <a:rect l="l" t="t" r="r" b="b"/>
            <a:pathLst>
              <a:path w="10287000" h="3009900">
                <a:moveTo>
                  <a:pt x="0" y="152400"/>
                </a:moveTo>
                <a:lnTo>
                  <a:pt x="128587" y="182131"/>
                </a:lnTo>
                <a:lnTo>
                  <a:pt x="257175" y="210720"/>
                </a:lnTo>
                <a:lnTo>
                  <a:pt x="385762" y="237068"/>
                </a:lnTo>
                <a:lnTo>
                  <a:pt x="514350" y="260163"/>
                </a:lnTo>
                <a:lnTo>
                  <a:pt x="642937" y="279115"/>
                </a:lnTo>
                <a:lnTo>
                  <a:pt x="771525" y="293199"/>
                </a:lnTo>
                <a:lnTo>
                  <a:pt x="900112" y="301871"/>
                </a:lnTo>
                <a:lnTo>
                  <a:pt x="1028700" y="304800"/>
                </a:lnTo>
                <a:lnTo>
                  <a:pt x="1157287" y="301871"/>
                </a:lnTo>
                <a:lnTo>
                  <a:pt x="1285875" y="293199"/>
                </a:lnTo>
                <a:lnTo>
                  <a:pt x="1414462" y="279115"/>
                </a:lnTo>
                <a:lnTo>
                  <a:pt x="1543050" y="260163"/>
                </a:lnTo>
                <a:lnTo>
                  <a:pt x="1671637" y="237068"/>
                </a:lnTo>
                <a:lnTo>
                  <a:pt x="1800225" y="210720"/>
                </a:lnTo>
                <a:lnTo>
                  <a:pt x="1928812" y="182131"/>
                </a:lnTo>
                <a:lnTo>
                  <a:pt x="2057400" y="152400"/>
                </a:lnTo>
                <a:lnTo>
                  <a:pt x="2185987" y="122668"/>
                </a:lnTo>
                <a:lnTo>
                  <a:pt x="2314575" y="94079"/>
                </a:lnTo>
                <a:lnTo>
                  <a:pt x="2443162" y="67731"/>
                </a:lnTo>
                <a:lnTo>
                  <a:pt x="2571750" y="44636"/>
                </a:lnTo>
                <a:lnTo>
                  <a:pt x="2700337" y="25684"/>
                </a:lnTo>
                <a:lnTo>
                  <a:pt x="2828925" y="11600"/>
                </a:lnTo>
                <a:lnTo>
                  <a:pt x="2957512" y="2928"/>
                </a:lnTo>
                <a:lnTo>
                  <a:pt x="3086100" y="0"/>
                </a:lnTo>
                <a:lnTo>
                  <a:pt x="3214687" y="2928"/>
                </a:lnTo>
                <a:lnTo>
                  <a:pt x="3343275" y="11600"/>
                </a:lnTo>
                <a:lnTo>
                  <a:pt x="3471862" y="25684"/>
                </a:lnTo>
                <a:lnTo>
                  <a:pt x="3600450" y="44636"/>
                </a:lnTo>
                <a:lnTo>
                  <a:pt x="3729037" y="67731"/>
                </a:lnTo>
                <a:lnTo>
                  <a:pt x="3857625" y="94079"/>
                </a:lnTo>
                <a:lnTo>
                  <a:pt x="3986212" y="122668"/>
                </a:lnTo>
                <a:lnTo>
                  <a:pt x="4114800" y="152400"/>
                </a:lnTo>
                <a:lnTo>
                  <a:pt x="4243387" y="182131"/>
                </a:lnTo>
                <a:lnTo>
                  <a:pt x="4371975" y="210720"/>
                </a:lnTo>
                <a:lnTo>
                  <a:pt x="4500562" y="237068"/>
                </a:lnTo>
                <a:lnTo>
                  <a:pt x="4629150" y="260163"/>
                </a:lnTo>
                <a:lnTo>
                  <a:pt x="4757737" y="279115"/>
                </a:lnTo>
                <a:lnTo>
                  <a:pt x="4886325" y="293199"/>
                </a:lnTo>
                <a:lnTo>
                  <a:pt x="5014912" y="301871"/>
                </a:lnTo>
                <a:lnTo>
                  <a:pt x="5143500" y="304800"/>
                </a:lnTo>
                <a:lnTo>
                  <a:pt x="5272087" y="301871"/>
                </a:lnTo>
                <a:lnTo>
                  <a:pt x="5400675" y="293199"/>
                </a:lnTo>
                <a:lnTo>
                  <a:pt x="5529262" y="279115"/>
                </a:lnTo>
                <a:lnTo>
                  <a:pt x="5657850" y="260163"/>
                </a:lnTo>
                <a:lnTo>
                  <a:pt x="5786437" y="237068"/>
                </a:lnTo>
                <a:lnTo>
                  <a:pt x="5915025" y="210720"/>
                </a:lnTo>
                <a:lnTo>
                  <a:pt x="6043612" y="182131"/>
                </a:lnTo>
                <a:lnTo>
                  <a:pt x="6172200" y="152400"/>
                </a:lnTo>
                <a:lnTo>
                  <a:pt x="6300787" y="122668"/>
                </a:lnTo>
                <a:lnTo>
                  <a:pt x="6429375" y="94079"/>
                </a:lnTo>
                <a:lnTo>
                  <a:pt x="6557962" y="67731"/>
                </a:lnTo>
                <a:lnTo>
                  <a:pt x="6686550" y="44636"/>
                </a:lnTo>
                <a:lnTo>
                  <a:pt x="6815137" y="25684"/>
                </a:lnTo>
                <a:lnTo>
                  <a:pt x="6943725" y="11600"/>
                </a:lnTo>
                <a:lnTo>
                  <a:pt x="7072312" y="2928"/>
                </a:lnTo>
                <a:lnTo>
                  <a:pt x="7200900" y="0"/>
                </a:lnTo>
                <a:lnTo>
                  <a:pt x="7329487" y="2928"/>
                </a:lnTo>
                <a:lnTo>
                  <a:pt x="7458075" y="11600"/>
                </a:lnTo>
                <a:lnTo>
                  <a:pt x="7586662" y="25684"/>
                </a:lnTo>
                <a:lnTo>
                  <a:pt x="7715250" y="44636"/>
                </a:lnTo>
                <a:lnTo>
                  <a:pt x="7843837" y="67731"/>
                </a:lnTo>
                <a:lnTo>
                  <a:pt x="7972425" y="94079"/>
                </a:lnTo>
                <a:lnTo>
                  <a:pt x="8101012" y="122668"/>
                </a:lnTo>
                <a:lnTo>
                  <a:pt x="8229600" y="152400"/>
                </a:lnTo>
                <a:lnTo>
                  <a:pt x="8358187" y="182131"/>
                </a:lnTo>
                <a:lnTo>
                  <a:pt x="8486775" y="210720"/>
                </a:lnTo>
                <a:lnTo>
                  <a:pt x="8615362" y="237068"/>
                </a:lnTo>
                <a:lnTo>
                  <a:pt x="8743950" y="260163"/>
                </a:lnTo>
                <a:lnTo>
                  <a:pt x="8872537" y="279115"/>
                </a:lnTo>
                <a:lnTo>
                  <a:pt x="9001125" y="293199"/>
                </a:lnTo>
                <a:lnTo>
                  <a:pt x="9129712" y="301871"/>
                </a:lnTo>
                <a:lnTo>
                  <a:pt x="9258300" y="304800"/>
                </a:lnTo>
                <a:lnTo>
                  <a:pt x="9386887" y="301871"/>
                </a:lnTo>
                <a:lnTo>
                  <a:pt x="9515475" y="293199"/>
                </a:lnTo>
                <a:lnTo>
                  <a:pt x="9644062" y="279115"/>
                </a:lnTo>
                <a:lnTo>
                  <a:pt x="9772650" y="260163"/>
                </a:lnTo>
                <a:lnTo>
                  <a:pt x="9901237" y="237068"/>
                </a:lnTo>
                <a:lnTo>
                  <a:pt x="10029825" y="210720"/>
                </a:lnTo>
                <a:lnTo>
                  <a:pt x="10158412" y="182131"/>
                </a:lnTo>
                <a:lnTo>
                  <a:pt x="10287000" y="152400"/>
                </a:lnTo>
                <a:lnTo>
                  <a:pt x="10287000" y="3009900"/>
                </a:lnTo>
                <a:lnTo>
                  <a:pt x="0" y="3009900"/>
                </a:lnTo>
                <a:close/>
              </a:path>
            </a:pathLst>
          </a:custGeom>
          <a:solidFill>
            <a:srgbClr val="D969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日付"/>
          <p:cNvSpPr txBox="1"/>
          <p:nvPr/>
        </p:nvSpPr>
        <p:spPr>
          <a:xfrm>
            <a:off x="857250" y="10429875"/>
            <a:ext cx="85725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1月16日（土）・23日（土）</a:t>
            </a:r>
          </a:p>
        </p:txBody>
      </p:sp>
      <p:sp>
        <p:nvSpPr>
          <p:cNvPr id="15" name="時間・対象・料金"/>
          <p:cNvSpPr txBox="1"/>
          <p:nvPr/>
        </p:nvSpPr>
        <p:spPr>
          <a:xfrm>
            <a:off x="857250" y="11163300"/>
            <a:ext cx="8572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10:00〜11:00　｜　3〜6さい　｜　500円</a:t>
            </a:r>
          </a:p>
        </p:txBody>
      </p:sp>
      <p:sp>
        <p:nvSpPr>
          <p:cNvPr id="16" name="案内"/>
          <p:cNvSpPr txBox="1"/>
          <p:nvPr/>
        </p:nvSpPr>
        <p:spPr>
          <a:xfrm>
            <a:off x="857250" y="119253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くわしくは次の画像へ　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上の帯"/>
          <p:cNvSpPr/>
          <p:nvPr/>
        </p:nvSpPr>
        <p:spPr>
          <a:xfrm>
            <a:off x="0" y="0"/>
            <a:ext cx="10287000" cy="1809750"/>
          </a:xfrm>
          <a:prstGeom prst="rect">
            <a:avLst/>
          </a:prstGeom>
          <a:solidFill>
            <a:srgbClr val="D969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波"/>
          <p:cNvSpPr/>
          <p:nvPr/>
        </p:nvSpPr>
        <p:spPr>
          <a:xfrm>
            <a:off x="0" y="1504950"/>
            <a:ext cx="10287000" cy="495300"/>
          </a:xfrm>
          <a:custGeom>
            <a:avLst/>
            <a:gdLst/>
            <a:ahLst/>
            <a:cxnLst/>
            <a:rect l="l" t="t" r="r" b="b"/>
            <a:pathLst>
              <a:path w="10287000" h="495300">
                <a:moveTo>
                  <a:pt x="0" y="114300"/>
                </a:moveTo>
                <a:lnTo>
                  <a:pt x="128587" y="136598"/>
                </a:lnTo>
                <a:lnTo>
                  <a:pt x="257175" y="158040"/>
                </a:lnTo>
                <a:lnTo>
                  <a:pt x="385762" y="177801"/>
                </a:lnTo>
                <a:lnTo>
                  <a:pt x="514350" y="195122"/>
                </a:lnTo>
                <a:lnTo>
                  <a:pt x="642937" y="209336"/>
                </a:lnTo>
                <a:lnTo>
                  <a:pt x="771525" y="219899"/>
                </a:lnTo>
                <a:lnTo>
                  <a:pt x="900112" y="226403"/>
                </a:lnTo>
                <a:lnTo>
                  <a:pt x="1028700" y="228600"/>
                </a:lnTo>
                <a:lnTo>
                  <a:pt x="1157287" y="226403"/>
                </a:lnTo>
                <a:lnTo>
                  <a:pt x="1285875" y="219899"/>
                </a:lnTo>
                <a:lnTo>
                  <a:pt x="1414462" y="209336"/>
                </a:lnTo>
                <a:lnTo>
                  <a:pt x="1543050" y="195122"/>
                </a:lnTo>
                <a:lnTo>
                  <a:pt x="1671637" y="177801"/>
                </a:lnTo>
                <a:lnTo>
                  <a:pt x="1800225" y="158040"/>
                </a:lnTo>
                <a:lnTo>
                  <a:pt x="1928812" y="136598"/>
                </a:lnTo>
                <a:lnTo>
                  <a:pt x="2057400" y="114300"/>
                </a:lnTo>
                <a:lnTo>
                  <a:pt x="2185987" y="92001"/>
                </a:lnTo>
                <a:lnTo>
                  <a:pt x="2314575" y="70559"/>
                </a:lnTo>
                <a:lnTo>
                  <a:pt x="2443162" y="50798"/>
                </a:lnTo>
                <a:lnTo>
                  <a:pt x="2571750" y="33477"/>
                </a:lnTo>
                <a:lnTo>
                  <a:pt x="2700337" y="19263"/>
                </a:lnTo>
                <a:lnTo>
                  <a:pt x="2828925" y="8700"/>
                </a:lnTo>
                <a:lnTo>
                  <a:pt x="2957512" y="2196"/>
                </a:lnTo>
                <a:lnTo>
                  <a:pt x="3086100" y="0"/>
                </a:lnTo>
                <a:lnTo>
                  <a:pt x="3214687" y="2196"/>
                </a:lnTo>
                <a:lnTo>
                  <a:pt x="3343275" y="8700"/>
                </a:lnTo>
                <a:lnTo>
                  <a:pt x="3471862" y="19263"/>
                </a:lnTo>
                <a:lnTo>
                  <a:pt x="3600450" y="33477"/>
                </a:lnTo>
                <a:lnTo>
                  <a:pt x="3729037" y="50798"/>
                </a:lnTo>
                <a:lnTo>
                  <a:pt x="3857625" y="70559"/>
                </a:lnTo>
                <a:lnTo>
                  <a:pt x="3986212" y="92001"/>
                </a:lnTo>
                <a:lnTo>
                  <a:pt x="4114800" y="114300"/>
                </a:lnTo>
                <a:lnTo>
                  <a:pt x="4243387" y="136598"/>
                </a:lnTo>
                <a:lnTo>
                  <a:pt x="4371975" y="158040"/>
                </a:lnTo>
                <a:lnTo>
                  <a:pt x="4500562" y="177801"/>
                </a:lnTo>
                <a:lnTo>
                  <a:pt x="4629150" y="195122"/>
                </a:lnTo>
                <a:lnTo>
                  <a:pt x="4757737" y="209336"/>
                </a:lnTo>
                <a:lnTo>
                  <a:pt x="4886325" y="219899"/>
                </a:lnTo>
                <a:lnTo>
                  <a:pt x="5014912" y="226403"/>
                </a:lnTo>
                <a:lnTo>
                  <a:pt x="5143500" y="228600"/>
                </a:lnTo>
                <a:lnTo>
                  <a:pt x="5272087" y="226403"/>
                </a:lnTo>
                <a:lnTo>
                  <a:pt x="5400675" y="219899"/>
                </a:lnTo>
                <a:lnTo>
                  <a:pt x="5529262" y="209336"/>
                </a:lnTo>
                <a:lnTo>
                  <a:pt x="5657850" y="195122"/>
                </a:lnTo>
                <a:lnTo>
                  <a:pt x="5786437" y="177801"/>
                </a:lnTo>
                <a:lnTo>
                  <a:pt x="5915025" y="158040"/>
                </a:lnTo>
                <a:lnTo>
                  <a:pt x="6043612" y="136598"/>
                </a:lnTo>
                <a:lnTo>
                  <a:pt x="6172200" y="114300"/>
                </a:lnTo>
                <a:lnTo>
                  <a:pt x="6300787" y="92001"/>
                </a:lnTo>
                <a:lnTo>
                  <a:pt x="6429375" y="70559"/>
                </a:lnTo>
                <a:lnTo>
                  <a:pt x="6557962" y="50798"/>
                </a:lnTo>
                <a:lnTo>
                  <a:pt x="6686550" y="33477"/>
                </a:lnTo>
                <a:lnTo>
                  <a:pt x="6815137" y="19263"/>
                </a:lnTo>
                <a:lnTo>
                  <a:pt x="6943725" y="8700"/>
                </a:lnTo>
                <a:lnTo>
                  <a:pt x="7072312" y="2196"/>
                </a:lnTo>
                <a:lnTo>
                  <a:pt x="7200900" y="0"/>
                </a:lnTo>
                <a:lnTo>
                  <a:pt x="7329487" y="2196"/>
                </a:lnTo>
                <a:lnTo>
                  <a:pt x="7458075" y="8700"/>
                </a:lnTo>
                <a:lnTo>
                  <a:pt x="7586662" y="19263"/>
                </a:lnTo>
                <a:lnTo>
                  <a:pt x="7715250" y="33477"/>
                </a:lnTo>
                <a:lnTo>
                  <a:pt x="7843837" y="50798"/>
                </a:lnTo>
                <a:lnTo>
                  <a:pt x="7972425" y="70559"/>
                </a:lnTo>
                <a:lnTo>
                  <a:pt x="8101012" y="92001"/>
                </a:lnTo>
                <a:lnTo>
                  <a:pt x="8229600" y="114300"/>
                </a:lnTo>
                <a:lnTo>
                  <a:pt x="8358187" y="136598"/>
                </a:lnTo>
                <a:lnTo>
                  <a:pt x="8486775" y="158040"/>
                </a:lnTo>
                <a:lnTo>
                  <a:pt x="8615362" y="177801"/>
                </a:lnTo>
                <a:lnTo>
                  <a:pt x="8743950" y="195122"/>
                </a:lnTo>
                <a:lnTo>
                  <a:pt x="8872537" y="209336"/>
                </a:lnTo>
                <a:lnTo>
                  <a:pt x="9001125" y="219899"/>
                </a:lnTo>
                <a:lnTo>
                  <a:pt x="9129712" y="226403"/>
                </a:lnTo>
                <a:lnTo>
                  <a:pt x="9258300" y="228600"/>
                </a:lnTo>
                <a:lnTo>
                  <a:pt x="9386887" y="226403"/>
                </a:lnTo>
                <a:lnTo>
                  <a:pt x="9515475" y="219899"/>
                </a:lnTo>
                <a:lnTo>
                  <a:pt x="9644062" y="209336"/>
                </a:lnTo>
                <a:lnTo>
                  <a:pt x="9772650" y="195122"/>
                </a:lnTo>
                <a:lnTo>
                  <a:pt x="9901237" y="177801"/>
                </a:lnTo>
                <a:lnTo>
                  <a:pt x="10029825" y="158040"/>
                </a:lnTo>
                <a:lnTo>
                  <a:pt x="10158412" y="136598"/>
                </a:lnTo>
                <a:lnTo>
                  <a:pt x="10287000" y="114300"/>
                </a:lnTo>
                <a:lnTo>
                  <a:pt x="10287000" y="495300"/>
                </a:lnTo>
                <a:lnTo>
                  <a:pt x="0" y="495300"/>
                </a:lnTo>
                <a:close/>
              </a:path>
            </a:pathLst>
          </a:custGeom>
          <a:solidFill>
            <a:srgbClr val="FDF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見出し"/>
          <p:cNvSpPr txBox="1"/>
          <p:nvPr/>
        </p:nvSpPr>
        <p:spPr>
          <a:xfrm>
            <a:off x="857250" y="495300"/>
            <a:ext cx="85725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体験会のくわしい内容</a:t>
            </a:r>
          </a:p>
        </p:txBody>
      </p:sp>
      <p:sp>
        <p:nvSpPr>
          <p:cNvPr id="5" name="項目名背景_日時"/>
          <p:cNvSpPr/>
          <p:nvPr/>
        </p:nvSpPr>
        <p:spPr>
          <a:xfrm>
            <a:off x="762000" y="2400300"/>
            <a:ext cx="1428750" cy="495300"/>
          </a:xfrm>
          <a:prstGeom prst="roundRect">
            <a:avLst>
              <a:gd name="adj" fmla="val 50000"/>
            </a:avLst>
          </a:prstGeom>
          <a:solidFill>
            <a:srgbClr val="F9DCC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項目名_日時"/>
          <p:cNvSpPr txBox="1"/>
          <p:nvPr/>
        </p:nvSpPr>
        <p:spPr>
          <a:xfrm>
            <a:off x="762000" y="2400300"/>
            <a:ext cx="142875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D9692F"/>
                </a:solidFill>
                <a:latin typeface="Zen Maru Gothic"/>
                <a:ea typeface="Zen Maru Gothic"/>
                <a:cs typeface="Zen Maru Gothic"/>
              </a:rPr>
              <a:t>日時</a:t>
            </a:r>
          </a:p>
        </p:txBody>
      </p:sp>
      <p:sp>
        <p:nvSpPr>
          <p:cNvPr id="7" name="内容_日時"/>
          <p:cNvSpPr txBox="1"/>
          <p:nvPr/>
        </p:nvSpPr>
        <p:spPr>
          <a:xfrm>
            <a:off x="2495550" y="2438400"/>
            <a:ext cx="7048500" cy="1123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0">
                <a:solidFill>
                  <a:srgbClr val="3B332E"/>
                </a:solidFill>
                <a:latin typeface="Zen Maru Gothic"/>
                <a:ea typeface="Zen Maru Gothic"/>
                <a:cs typeface="Zen Maru Gothic"/>
              </a:rPr>
              <a:t>1月16日（土）・23日（土）</a:t>
            </a:r>
          </a:p>
          <a:p>
            <a:pPr algn="l">
              <a:lnSpc>
                <a:spcPct val="130000"/>
              </a:lnSpc>
            </a:pPr>
            <a:r>
              <a:rPr sz="2300" b="0">
                <a:solidFill>
                  <a:srgbClr val="3B332E"/>
                </a:solidFill>
                <a:latin typeface="Zen Maru Gothic"/>
                <a:ea typeface="Zen Maru Gothic"/>
                <a:cs typeface="Zen Maru Gothic"/>
              </a:rPr>
              <a:t>10:00〜11:00</a:t>
            </a:r>
          </a:p>
        </p:txBody>
      </p:sp>
      <p:sp>
        <p:nvSpPr>
          <p:cNvPr id="8" name="項目名背景_対象"/>
          <p:cNvSpPr/>
          <p:nvPr/>
        </p:nvSpPr>
        <p:spPr>
          <a:xfrm>
            <a:off x="762000" y="3752850"/>
            <a:ext cx="1428750" cy="495300"/>
          </a:xfrm>
          <a:prstGeom prst="roundRect">
            <a:avLst>
              <a:gd name="adj" fmla="val 50000"/>
            </a:avLst>
          </a:prstGeom>
          <a:solidFill>
            <a:srgbClr val="F9DCC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項目名_対象"/>
          <p:cNvSpPr txBox="1"/>
          <p:nvPr/>
        </p:nvSpPr>
        <p:spPr>
          <a:xfrm>
            <a:off x="762000" y="3752850"/>
            <a:ext cx="142875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D9692F"/>
                </a:solidFill>
                <a:latin typeface="Zen Maru Gothic"/>
                <a:ea typeface="Zen Maru Gothic"/>
                <a:cs typeface="Zen Maru Gothic"/>
              </a:rPr>
              <a:t>対象</a:t>
            </a:r>
          </a:p>
        </p:txBody>
      </p:sp>
      <p:sp>
        <p:nvSpPr>
          <p:cNvPr id="10" name="内容_対象"/>
          <p:cNvSpPr txBox="1"/>
          <p:nvPr/>
        </p:nvSpPr>
        <p:spPr>
          <a:xfrm>
            <a:off x="2495550" y="3790950"/>
            <a:ext cx="70485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0">
                <a:solidFill>
                  <a:srgbClr val="3B332E"/>
                </a:solidFill>
                <a:latin typeface="Zen Maru Gothic"/>
                <a:ea typeface="Zen Maru Gothic"/>
                <a:cs typeface="Zen Maru Gothic"/>
              </a:rPr>
              <a:t>3〜6さい（未就学のお子さん）</a:t>
            </a:r>
          </a:p>
        </p:txBody>
      </p:sp>
      <p:sp>
        <p:nvSpPr>
          <p:cNvPr id="11" name="項目名背景_内容"/>
          <p:cNvSpPr/>
          <p:nvPr/>
        </p:nvSpPr>
        <p:spPr>
          <a:xfrm>
            <a:off x="762000" y="4667250"/>
            <a:ext cx="1428750" cy="495300"/>
          </a:xfrm>
          <a:prstGeom prst="roundRect">
            <a:avLst>
              <a:gd name="adj" fmla="val 50000"/>
            </a:avLst>
          </a:prstGeom>
          <a:solidFill>
            <a:srgbClr val="F9DCC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項目名_内容"/>
          <p:cNvSpPr txBox="1"/>
          <p:nvPr/>
        </p:nvSpPr>
        <p:spPr>
          <a:xfrm>
            <a:off x="762000" y="4667250"/>
            <a:ext cx="142875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D9692F"/>
                </a:solidFill>
                <a:latin typeface="Zen Maru Gothic"/>
                <a:ea typeface="Zen Maru Gothic"/>
                <a:cs typeface="Zen Maru Gothic"/>
              </a:rPr>
              <a:t>内容</a:t>
            </a:r>
          </a:p>
        </p:txBody>
      </p:sp>
      <p:sp>
        <p:nvSpPr>
          <p:cNvPr id="13" name="内容_内容"/>
          <p:cNvSpPr txBox="1"/>
          <p:nvPr/>
        </p:nvSpPr>
        <p:spPr>
          <a:xfrm>
            <a:off x="2495550" y="4705350"/>
            <a:ext cx="70485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0">
                <a:solidFill>
                  <a:srgbClr val="3B332E"/>
                </a:solidFill>
                <a:latin typeface="Zen Maru Gothic"/>
                <a:ea typeface="Zen Maru Gothic"/>
                <a:cs typeface="Zen Maru Gothic"/>
              </a:rPr>
              <a:t>大きな紙に、絵の具で自由に描きます</a:t>
            </a:r>
          </a:p>
        </p:txBody>
      </p:sp>
      <p:sp>
        <p:nvSpPr>
          <p:cNvPr id="14" name="項目名背景_料金"/>
          <p:cNvSpPr/>
          <p:nvPr/>
        </p:nvSpPr>
        <p:spPr>
          <a:xfrm>
            <a:off x="762000" y="5581650"/>
            <a:ext cx="1428750" cy="495300"/>
          </a:xfrm>
          <a:prstGeom prst="roundRect">
            <a:avLst>
              <a:gd name="adj" fmla="val 50000"/>
            </a:avLst>
          </a:prstGeom>
          <a:solidFill>
            <a:srgbClr val="F9DCC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項目名_料金"/>
          <p:cNvSpPr txBox="1"/>
          <p:nvPr/>
        </p:nvSpPr>
        <p:spPr>
          <a:xfrm>
            <a:off x="762000" y="5581650"/>
            <a:ext cx="142875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D9692F"/>
                </a:solidFill>
                <a:latin typeface="Zen Maru Gothic"/>
                <a:ea typeface="Zen Maru Gothic"/>
                <a:cs typeface="Zen Maru Gothic"/>
              </a:rPr>
              <a:t>料金</a:t>
            </a:r>
          </a:p>
        </p:txBody>
      </p:sp>
      <p:sp>
        <p:nvSpPr>
          <p:cNvPr id="16" name="内容_料金"/>
          <p:cNvSpPr txBox="1"/>
          <p:nvPr/>
        </p:nvSpPr>
        <p:spPr>
          <a:xfrm>
            <a:off x="2495550" y="5619750"/>
            <a:ext cx="70485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0">
                <a:solidFill>
                  <a:srgbClr val="3B332E"/>
                </a:solidFill>
                <a:latin typeface="Zen Maru Gothic"/>
                <a:ea typeface="Zen Maru Gothic"/>
                <a:cs typeface="Zen Maru Gothic"/>
              </a:rPr>
              <a:t>500円（材料費こみ）</a:t>
            </a:r>
          </a:p>
        </p:txBody>
      </p:sp>
      <p:sp>
        <p:nvSpPr>
          <p:cNvPr id="17" name="項目名背景_定員"/>
          <p:cNvSpPr/>
          <p:nvPr/>
        </p:nvSpPr>
        <p:spPr>
          <a:xfrm>
            <a:off x="762000" y="6496050"/>
            <a:ext cx="1428750" cy="495300"/>
          </a:xfrm>
          <a:prstGeom prst="roundRect">
            <a:avLst>
              <a:gd name="adj" fmla="val 50000"/>
            </a:avLst>
          </a:prstGeom>
          <a:solidFill>
            <a:srgbClr val="F9DCC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項目名_定員"/>
          <p:cNvSpPr txBox="1"/>
          <p:nvPr/>
        </p:nvSpPr>
        <p:spPr>
          <a:xfrm>
            <a:off x="762000" y="6496050"/>
            <a:ext cx="142875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D9692F"/>
                </a:solidFill>
                <a:latin typeface="Zen Maru Gothic"/>
                <a:ea typeface="Zen Maru Gothic"/>
                <a:cs typeface="Zen Maru Gothic"/>
              </a:rPr>
              <a:t>定員</a:t>
            </a:r>
          </a:p>
        </p:txBody>
      </p:sp>
      <p:sp>
        <p:nvSpPr>
          <p:cNvPr id="19" name="内容_定員"/>
          <p:cNvSpPr txBox="1"/>
          <p:nvPr/>
        </p:nvSpPr>
        <p:spPr>
          <a:xfrm>
            <a:off x="2495550" y="6534150"/>
            <a:ext cx="70485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0">
                <a:solidFill>
                  <a:srgbClr val="3B332E"/>
                </a:solidFill>
                <a:latin typeface="Zen Maru Gothic"/>
                <a:ea typeface="Zen Maru Gothic"/>
                <a:cs typeface="Zen Maru Gothic"/>
              </a:rPr>
              <a:t>各回4名（先着順）</a:t>
            </a:r>
          </a:p>
        </p:txBody>
      </p:sp>
      <p:sp>
        <p:nvSpPr>
          <p:cNvPr id="20" name="項目名背景_持ち物"/>
          <p:cNvSpPr/>
          <p:nvPr/>
        </p:nvSpPr>
        <p:spPr>
          <a:xfrm>
            <a:off x="762000" y="7410450"/>
            <a:ext cx="1428750" cy="495300"/>
          </a:xfrm>
          <a:prstGeom prst="roundRect">
            <a:avLst>
              <a:gd name="adj" fmla="val 50000"/>
            </a:avLst>
          </a:prstGeom>
          <a:solidFill>
            <a:srgbClr val="F9DCC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" name="項目名_持ち物"/>
          <p:cNvSpPr txBox="1"/>
          <p:nvPr/>
        </p:nvSpPr>
        <p:spPr>
          <a:xfrm>
            <a:off x="762000" y="7410450"/>
            <a:ext cx="142875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D9692F"/>
                </a:solidFill>
                <a:latin typeface="Zen Maru Gothic"/>
                <a:ea typeface="Zen Maru Gothic"/>
                <a:cs typeface="Zen Maru Gothic"/>
              </a:rPr>
              <a:t>持ち物</a:t>
            </a:r>
          </a:p>
        </p:txBody>
      </p:sp>
      <p:sp>
        <p:nvSpPr>
          <p:cNvPr id="22" name="内容_持ち物"/>
          <p:cNvSpPr txBox="1"/>
          <p:nvPr/>
        </p:nvSpPr>
        <p:spPr>
          <a:xfrm>
            <a:off x="2495550" y="7448550"/>
            <a:ext cx="70485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0">
                <a:solidFill>
                  <a:srgbClr val="3B332E"/>
                </a:solidFill>
                <a:latin typeface="Zen Maru Gothic"/>
                <a:ea typeface="Zen Maru Gothic"/>
                <a:cs typeface="Zen Maru Gothic"/>
              </a:rPr>
              <a:t>よごれてもいい服・水筒</a:t>
            </a:r>
          </a:p>
        </p:txBody>
      </p:sp>
      <p:sp>
        <p:nvSpPr>
          <p:cNvPr id="23" name="項目名背景_場所"/>
          <p:cNvSpPr/>
          <p:nvPr/>
        </p:nvSpPr>
        <p:spPr>
          <a:xfrm>
            <a:off x="762000" y="8324850"/>
            <a:ext cx="1428750" cy="495300"/>
          </a:xfrm>
          <a:prstGeom prst="roundRect">
            <a:avLst>
              <a:gd name="adj" fmla="val 50000"/>
            </a:avLst>
          </a:prstGeom>
          <a:solidFill>
            <a:srgbClr val="F9DCC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" name="項目名_場所"/>
          <p:cNvSpPr txBox="1"/>
          <p:nvPr/>
        </p:nvSpPr>
        <p:spPr>
          <a:xfrm>
            <a:off x="762000" y="8324850"/>
            <a:ext cx="142875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D9692F"/>
                </a:solidFill>
                <a:latin typeface="Zen Maru Gothic"/>
                <a:ea typeface="Zen Maru Gothic"/>
                <a:cs typeface="Zen Maru Gothic"/>
              </a:rPr>
              <a:t>場所</a:t>
            </a:r>
          </a:p>
        </p:txBody>
      </p:sp>
      <p:sp>
        <p:nvSpPr>
          <p:cNvPr id="25" name="内容_場所"/>
          <p:cNvSpPr txBox="1"/>
          <p:nvPr/>
        </p:nvSpPr>
        <p:spPr>
          <a:xfrm>
            <a:off x="2495550" y="8362950"/>
            <a:ext cx="7048500" cy="1123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0">
                <a:solidFill>
                  <a:srgbClr val="3B332E"/>
                </a:solidFill>
                <a:latin typeface="Zen Maru Gothic"/>
                <a:ea typeface="Zen Maru Gothic"/>
                <a:cs typeface="Zen Maru Gothic"/>
              </a:rPr>
              <a:t>○○市○○町（くわしい場所はお申し込み後にお知らせします）</a:t>
            </a:r>
          </a:p>
        </p:txBody>
      </p:sp>
      <p:sp>
        <p:nvSpPr>
          <p:cNvPr id="26" name="項目名背景_申込"/>
          <p:cNvSpPr/>
          <p:nvPr/>
        </p:nvSpPr>
        <p:spPr>
          <a:xfrm>
            <a:off x="762000" y="9677400"/>
            <a:ext cx="1428750" cy="495300"/>
          </a:xfrm>
          <a:prstGeom prst="roundRect">
            <a:avLst>
              <a:gd name="adj" fmla="val 50000"/>
            </a:avLst>
          </a:prstGeom>
          <a:solidFill>
            <a:srgbClr val="F9DCC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" name="項目名_申込"/>
          <p:cNvSpPr txBox="1"/>
          <p:nvPr/>
        </p:nvSpPr>
        <p:spPr>
          <a:xfrm>
            <a:off x="762000" y="9677400"/>
            <a:ext cx="142875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D9692F"/>
                </a:solidFill>
                <a:latin typeface="Zen Maru Gothic"/>
                <a:ea typeface="Zen Maru Gothic"/>
                <a:cs typeface="Zen Maru Gothic"/>
              </a:rPr>
              <a:t>申込</a:t>
            </a:r>
          </a:p>
        </p:txBody>
      </p:sp>
      <p:sp>
        <p:nvSpPr>
          <p:cNvPr id="28" name="内容_申込"/>
          <p:cNvSpPr txBox="1"/>
          <p:nvPr/>
        </p:nvSpPr>
        <p:spPr>
          <a:xfrm>
            <a:off x="2495550" y="9715500"/>
            <a:ext cx="7048500" cy="1123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0">
                <a:solidFill>
                  <a:srgbClr val="3B332E"/>
                </a:solidFill>
                <a:latin typeface="Zen Maru Gothic"/>
                <a:ea typeface="Zen Maru Gothic"/>
                <a:cs typeface="Zen Maru Gothic"/>
              </a:rPr>
              <a:t>InstagramのDMかLINEで、</a:t>
            </a:r>
          </a:p>
          <a:p>
            <a:pPr algn="l">
              <a:lnSpc>
                <a:spcPct val="130000"/>
              </a:lnSpc>
            </a:pPr>
            <a:r>
              <a:rPr sz="2300" b="0">
                <a:solidFill>
                  <a:srgbClr val="3B332E"/>
                </a:solidFill>
                <a:latin typeface="Zen Maru Gothic"/>
                <a:ea typeface="Zen Maru Gothic"/>
                <a:cs typeface="Zen Maru Gothic"/>
              </a:rPr>
              <a:t>「お名前・年齢・希望日」を送ってください</a:t>
            </a:r>
          </a:p>
        </p:txBody>
      </p:sp>
      <p:sp>
        <p:nvSpPr>
          <p:cNvPr id="29" name="ひとこと枠"/>
          <p:cNvSpPr/>
          <p:nvPr/>
        </p:nvSpPr>
        <p:spPr>
          <a:xfrm>
            <a:off x="762000" y="11668125"/>
            <a:ext cx="8763000" cy="76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7DB89E"/>
            </a:solidFill>
          </a:ln>
        </p:spPr>
        <p:txBody>
          <a:bodyPr rtlCol="0" anchor="ctr"/>
          <a:lstStyle/>
          <a:p/>
        </p:txBody>
      </p:sp>
      <p:sp>
        <p:nvSpPr>
          <p:cNvPr id="30" name="ひとこと"/>
          <p:cNvSpPr txBox="1"/>
          <p:nvPr/>
        </p:nvSpPr>
        <p:spPr>
          <a:xfrm>
            <a:off x="762000" y="11668125"/>
            <a:ext cx="8763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3B332E"/>
                </a:solidFill>
                <a:latin typeface="Zen Maru Gothic"/>
                <a:ea typeface="Zen Maru Gothic"/>
                <a:cs typeface="Zen Maru Gothic"/>
              </a:rPr>
              <a:t>見学だけ、保護者の方のご相談だけでも大丈夫です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