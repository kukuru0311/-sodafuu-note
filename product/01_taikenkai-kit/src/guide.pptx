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使い方（3ステップ）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告知に入れる項目チェックリスト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文例と利用範囲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飾り_泡"/>
          <p:cNvSpPr/>
          <p:nvPr/>
        </p:nvSpPr>
        <p:spPr>
          <a:xfrm>
            <a:off x="5904000" y="504000"/>
            <a:ext cx="1152000" cy="1152000"/>
          </a:xfrm>
          <a:prstGeom prst="ellipse">
            <a:avLst/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飾り_泡"/>
          <p:cNvSpPr/>
          <p:nvPr/>
        </p:nvSpPr>
        <p:spPr>
          <a:xfrm>
            <a:off x="5580000" y="1692000"/>
            <a:ext cx="360000" cy="360000"/>
          </a:xfrm>
          <a:prstGeom prst="ellipse">
            <a:avLst/>
          </a:prstGeom>
          <a:solidFill>
            <a:srgbClr val="F6C6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飾り_泡"/>
          <p:cNvSpPr/>
          <p:nvPr/>
        </p:nvSpPr>
        <p:spPr>
          <a:xfrm>
            <a:off x="6732000" y="2124000"/>
            <a:ext cx="216000" cy="216000"/>
          </a:xfrm>
          <a:prstGeom prst="ellipse">
            <a:avLst/>
          </a:prstGeom>
          <a:noFill/>
          <a:ln w="288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8000" y="1080000"/>
            <a:ext cx="61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小さな子ども教室の先生へ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584000"/>
            <a:ext cx="6264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体験会の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おしらせキット</a:t>
            </a:r>
          </a:p>
        </p:txBody>
      </p:sp>
      <p:sp>
        <p:nvSpPr>
          <p:cNvPr id="7" name="Freeform 6"/>
          <p:cNvSpPr/>
          <p:nvPr/>
        </p:nvSpPr>
        <p:spPr>
          <a:xfrm>
            <a:off x="735840" y="3110400"/>
            <a:ext cx="3240000" cy="115200"/>
          </a:xfrm>
          <a:custGeom>
            <a:avLst/>
            <a:gdLst/>
            <a:ahLst/>
            <a:cxnLst/>
            <a:rect l="l" t="t" r="r" b="b"/>
            <a:pathLst>
              <a:path w="3240000" h="115200">
                <a:moveTo>
                  <a:pt x="0" y="57600"/>
                </a:moveTo>
                <a:lnTo>
                  <a:pt x="17712" y="75399"/>
                </a:lnTo>
                <a:lnTo>
                  <a:pt x="30599" y="91456"/>
                </a:lnTo>
                <a:lnTo>
                  <a:pt x="39380" y="104199"/>
                </a:lnTo>
                <a:lnTo>
                  <a:pt x="45179" y="112380"/>
                </a:lnTo>
                <a:lnTo>
                  <a:pt x="49410" y="115200"/>
                </a:lnTo>
                <a:lnTo>
                  <a:pt x="53640" y="112380"/>
                </a:lnTo>
                <a:lnTo>
                  <a:pt x="59439" y="104199"/>
                </a:lnTo>
                <a:lnTo>
                  <a:pt x="68220" y="91456"/>
                </a:lnTo>
                <a:lnTo>
                  <a:pt x="81107" y="75399"/>
                </a:lnTo>
                <a:lnTo>
                  <a:pt x="98820" y="57600"/>
                </a:lnTo>
                <a:lnTo>
                  <a:pt x="121607" y="39800"/>
                </a:lnTo>
                <a:lnTo>
                  <a:pt x="149220" y="23743"/>
                </a:lnTo>
                <a:lnTo>
                  <a:pt x="180939" y="11000"/>
                </a:lnTo>
                <a:lnTo>
                  <a:pt x="215640" y="2819"/>
                </a:lnTo>
                <a:lnTo>
                  <a:pt x="251910" y="0"/>
                </a:lnTo>
                <a:lnTo>
                  <a:pt x="288179" y="2819"/>
                </a:lnTo>
                <a:lnTo>
                  <a:pt x="322880" y="11000"/>
                </a:lnTo>
                <a:lnTo>
                  <a:pt x="354599" y="23743"/>
                </a:lnTo>
                <a:lnTo>
                  <a:pt x="382212" y="39800"/>
                </a:lnTo>
                <a:lnTo>
                  <a:pt x="405000" y="57600"/>
                </a:lnTo>
                <a:lnTo>
                  <a:pt x="422712" y="75399"/>
                </a:lnTo>
                <a:lnTo>
                  <a:pt x="435599" y="91456"/>
                </a:lnTo>
                <a:lnTo>
                  <a:pt x="444380" y="104199"/>
                </a:lnTo>
                <a:lnTo>
                  <a:pt x="450179" y="112380"/>
                </a:lnTo>
                <a:lnTo>
                  <a:pt x="454410" y="115200"/>
                </a:lnTo>
                <a:lnTo>
                  <a:pt x="458640" y="112380"/>
                </a:lnTo>
                <a:lnTo>
                  <a:pt x="464439" y="104199"/>
                </a:lnTo>
                <a:lnTo>
                  <a:pt x="473220" y="91456"/>
                </a:lnTo>
                <a:lnTo>
                  <a:pt x="486107" y="75399"/>
                </a:lnTo>
                <a:lnTo>
                  <a:pt x="503820" y="57600"/>
                </a:lnTo>
                <a:lnTo>
                  <a:pt x="526607" y="39800"/>
                </a:lnTo>
                <a:lnTo>
                  <a:pt x="554220" y="23743"/>
                </a:lnTo>
                <a:lnTo>
                  <a:pt x="585939" y="11000"/>
                </a:lnTo>
                <a:lnTo>
                  <a:pt x="620640" y="2819"/>
                </a:lnTo>
                <a:lnTo>
                  <a:pt x="656910" y="0"/>
                </a:lnTo>
                <a:lnTo>
                  <a:pt x="693179" y="2819"/>
                </a:lnTo>
                <a:lnTo>
                  <a:pt x="727880" y="11000"/>
                </a:lnTo>
                <a:lnTo>
                  <a:pt x="759599" y="23743"/>
                </a:lnTo>
                <a:lnTo>
                  <a:pt x="787212" y="39800"/>
                </a:lnTo>
                <a:lnTo>
                  <a:pt x="810000" y="57600"/>
                </a:lnTo>
                <a:lnTo>
                  <a:pt x="827712" y="75399"/>
                </a:lnTo>
                <a:lnTo>
                  <a:pt x="840599" y="91456"/>
                </a:lnTo>
                <a:lnTo>
                  <a:pt x="849380" y="104199"/>
                </a:lnTo>
                <a:lnTo>
                  <a:pt x="855179" y="112380"/>
                </a:lnTo>
                <a:lnTo>
                  <a:pt x="859410" y="115200"/>
                </a:lnTo>
                <a:lnTo>
                  <a:pt x="863640" y="112380"/>
                </a:lnTo>
                <a:lnTo>
                  <a:pt x="869439" y="104199"/>
                </a:lnTo>
                <a:lnTo>
                  <a:pt x="878220" y="91456"/>
                </a:lnTo>
                <a:lnTo>
                  <a:pt x="891107" y="75399"/>
                </a:lnTo>
                <a:lnTo>
                  <a:pt x="908820" y="57600"/>
                </a:lnTo>
                <a:lnTo>
                  <a:pt x="931607" y="39800"/>
                </a:lnTo>
                <a:lnTo>
                  <a:pt x="959220" y="23743"/>
                </a:lnTo>
                <a:lnTo>
                  <a:pt x="990939" y="11000"/>
                </a:lnTo>
                <a:lnTo>
                  <a:pt x="1025640" y="2819"/>
                </a:lnTo>
                <a:lnTo>
                  <a:pt x="1061910" y="0"/>
                </a:lnTo>
                <a:lnTo>
                  <a:pt x="1098179" y="2819"/>
                </a:lnTo>
                <a:lnTo>
                  <a:pt x="1132880" y="11000"/>
                </a:lnTo>
                <a:lnTo>
                  <a:pt x="1164599" y="23743"/>
                </a:lnTo>
                <a:lnTo>
                  <a:pt x="1192212" y="39800"/>
                </a:lnTo>
                <a:lnTo>
                  <a:pt x="1215000" y="57600"/>
                </a:lnTo>
                <a:lnTo>
                  <a:pt x="1232712" y="75399"/>
                </a:lnTo>
                <a:lnTo>
                  <a:pt x="1245599" y="91456"/>
                </a:lnTo>
                <a:lnTo>
                  <a:pt x="1254380" y="104199"/>
                </a:lnTo>
                <a:lnTo>
                  <a:pt x="1260179" y="112380"/>
                </a:lnTo>
                <a:lnTo>
                  <a:pt x="1264410" y="115200"/>
                </a:lnTo>
                <a:lnTo>
                  <a:pt x="1268640" y="112380"/>
                </a:lnTo>
                <a:lnTo>
                  <a:pt x="1274439" y="104199"/>
                </a:lnTo>
                <a:lnTo>
                  <a:pt x="1283220" y="91456"/>
                </a:lnTo>
                <a:lnTo>
                  <a:pt x="1296107" y="75399"/>
                </a:lnTo>
                <a:lnTo>
                  <a:pt x="1313820" y="57600"/>
                </a:lnTo>
                <a:lnTo>
                  <a:pt x="1336607" y="39800"/>
                </a:lnTo>
                <a:lnTo>
                  <a:pt x="1364220" y="23743"/>
                </a:lnTo>
                <a:lnTo>
                  <a:pt x="1395939" y="11000"/>
                </a:lnTo>
                <a:lnTo>
                  <a:pt x="1430640" y="2819"/>
                </a:lnTo>
                <a:lnTo>
                  <a:pt x="1466909" y="0"/>
                </a:lnTo>
                <a:lnTo>
                  <a:pt x="1503179" y="2819"/>
                </a:lnTo>
                <a:lnTo>
                  <a:pt x="1537880" y="11000"/>
                </a:lnTo>
                <a:lnTo>
                  <a:pt x="1569599" y="23743"/>
                </a:lnTo>
                <a:lnTo>
                  <a:pt x="1597212" y="39800"/>
                </a:lnTo>
                <a:lnTo>
                  <a:pt x="1620000" y="57600"/>
                </a:lnTo>
                <a:lnTo>
                  <a:pt x="1637712" y="75399"/>
                </a:lnTo>
                <a:lnTo>
                  <a:pt x="1650599" y="91456"/>
                </a:lnTo>
                <a:lnTo>
                  <a:pt x="1659380" y="104199"/>
                </a:lnTo>
                <a:lnTo>
                  <a:pt x="1665179" y="112380"/>
                </a:lnTo>
                <a:lnTo>
                  <a:pt x="1669410" y="115200"/>
                </a:lnTo>
                <a:lnTo>
                  <a:pt x="1673640" y="112380"/>
                </a:lnTo>
                <a:lnTo>
                  <a:pt x="1679439" y="104199"/>
                </a:lnTo>
                <a:lnTo>
                  <a:pt x="1688220" y="91456"/>
                </a:lnTo>
                <a:lnTo>
                  <a:pt x="1701107" y="75399"/>
                </a:lnTo>
                <a:lnTo>
                  <a:pt x="1718820" y="57600"/>
                </a:lnTo>
                <a:lnTo>
                  <a:pt x="1741607" y="39800"/>
                </a:lnTo>
                <a:lnTo>
                  <a:pt x="1769220" y="23743"/>
                </a:lnTo>
                <a:lnTo>
                  <a:pt x="1800939" y="11000"/>
                </a:lnTo>
                <a:lnTo>
                  <a:pt x="1835640" y="2819"/>
                </a:lnTo>
                <a:lnTo>
                  <a:pt x="1871910" y="0"/>
                </a:lnTo>
                <a:lnTo>
                  <a:pt x="1908179" y="2819"/>
                </a:lnTo>
                <a:lnTo>
                  <a:pt x="1942880" y="11000"/>
                </a:lnTo>
                <a:lnTo>
                  <a:pt x="1974599" y="23743"/>
                </a:lnTo>
                <a:lnTo>
                  <a:pt x="2002212" y="39800"/>
                </a:lnTo>
                <a:lnTo>
                  <a:pt x="2025000" y="57600"/>
                </a:lnTo>
                <a:lnTo>
                  <a:pt x="2042712" y="75399"/>
                </a:lnTo>
                <a:lnTo>
                  <a:pt x="2055599" y="91456"/>
                </a:lnTo>
                <a:lnTo>
                  <a:pt x="2064380" y="104199"/>
                </a:lnTo>
                <a:lnTo>
                  <a:pt x="2070179" y="112380"/>
                </a:lnTo>
                <a:lnTo>
                  <a:pt x="2074410" y="115200"/>
                </a:lnTo>
                <a:lnTo>
                  <a:pt x="2078640" y="112380"/>
                </a:lnTo>
                <a:lnTo>
                  <a:pt x="2084439" y="104199"/>
                </a:lnTo>
                <a:lnTo>
                  <a:pt x="2093220" y="91456"/>
                </a:lnTo>
                <a:lnTo>
                  <a:pt x="2106107" y="75399"/>
                </a:lnTo>
                <a:lnTo>
                  <a:pt x="2123820" y="57600"/>
                </a:lnTo>
                <a:lnTo>
                  <a:pt x="2146607" y="39800"/>
                </a:lnTo>
                <a:lnTo>
                  <a:pt x="2174220" y="23743"/>
                </a:lnTo>
                <a:lnTo>
                  <a:pt x="2205939" y="11000"/>
                </a:lnTo>
                <a:lnTo>
                  <a:pt x="2240640" y="2819"/>
                </a:lnTo>
                <a:lnTo>
                  <a:pt x="2276910" y="0"/>
                </a:lnTo>
                <a:lnTo>
                  <a:pt x="2313179" y="2819"/>
                </a:lnTo>
                <a:lnTo>
                  <a:pt x="2347880" y="11000"/>
                </a:lnTo>
                <a:lnTo>
                  <a:pt x="2379599" y="23743"/>
                </a:lnTo>
                <a:lnTo>
                  <a:pt x="2407212" y="39800"/>
                </a:lnTo>
                <a:lnTo>
                  <a:pt x="2430000" y="57600"/>
                </a:lnTo>
                <a:lnTo>
                  <a:pt x="2447712" y="75399"/>
                </a:lnTo>
                <a:lnTo>
                  <a:pt x="2460599" y="91456"/>
                </a:lnTo>
                <a:lnTo>
                  <a:pt x="2469380" y="104199"/>
                </a:lnTo>
                <a:lnTo>
                  <a:pt x="2475179" y="112380"/>
                </a:lnTo>
                <a:lnTo>
                  <a:pt x="2479410" y="115200"/>
                </a:lnTo>
                <a:lnTo>
                  <a:pt x="2483640" y="112380"/>
                </a:lnTo>
                <a:lnTo>
                  <a:pt x="2489439" y="104199"/>
                </a:lnTo>
                <a:lnTo>
                  <a:pt x="2498220" y="91456"/>
                </a:lnTo>
                <a:lnTo>
                  <a:pt x="2511107" y="75399"/>
                </a:lnTo>
                <a:lnTo>
                  <a:pt x="2528820" y="57600"/>
                </a:lnTo>
                <a:lnTo>
                  <a:pt x="2551607" y="39800"/>
                </a:lnTo>
                <a:lnTo>
                  <a:pt x="2579220" y="23743"/>
                </a:lnTo>
                <a:lnTo>
                  <a:pt x="2610939" y="11000"/>
                </a:lnTo>
                <a:lnTo>
                  <a:pt x="2645640" y="2819"/>
                </a:lnTo>
                <a:lnTo>
                  <a:pt x="2681910" y="0"/>
                </a:lnTo>
                <a:lnTo>
                  <a:pt x="2718179" y="2819"/>
                </a:lnTo>
                <a:lnTo>
                  <a:pt x="2752880" y="11000"/>
                </a:lnTo>
                <a:lnTo>
                  <a:pt x="2784599" y="23743"/>
                </a:lnTo>
                <a:lnTo>
                  <a:pt x="2812212" y="39800"/>
                </a:lnTo>
                <a:lnTo>
                  <a:pt x="2835000" y="57600"/>
                </a:lnTo>
                <a:lnTo>
                  <a:pt x="2852712" y="75399"/>
                </a:lnTo>
                <a:lnTo>
                  <a:pt x="2865599" y="91456"/>
                </a:lnTo>
                <a:lnTo>
                  <a:pt x="2874380" y="104199"/>
                </a:lnTo>
                <a:lnTo>
                  <a:pt x="2880179" y="112380"/>
                </a:lnTo>
                <a:lnTo>
                  <a:pt x="2884410" y="115200"/>
                </a:lnTo>
                <a:lnTo>
                  <a:pt x="2888640" y="112380"/>
                </a:lnTo>
                <a:lnTo>
                  <a:pt x="2894439" y="104199"/>
                </a:lnTo>
                <a:lnTo>
                  <a:pt x="2903220" y="91456"/>
                </a:lnTo>
                <a:lnTo>
                  <a:pt x="2916107" y="75399"/>
                </a:lnTo>
                <a:lnTo>
                  <a:pt x="2933820" y="57600"/>
                </a:lnTo>
                <a:lnTo>
                  <a:pt x="2956607" y="39800"/>
                </a:lnTo>
                <a:lnTo>
                  <a:pt x="2984220" y="23743"/>
                </a:lnTo>
                <a:lnTo>
                  <a:pt x="3015939" y="11000"/>
                </a:lnTo>
                <a:lnTo>
                  <a:pt x="3050640" y="2819"/>
                </a:lnTo>
                <a:lnTo>
                  <a:pt x="3086910" y="0"/>
                </a:lnTo>
                <a:lnTo>
                  <a:pt x="3123179" y="2819"/>
                </a:lnTo>
                <a:lnTo>
                  <a:pt x="3157880" y="11000"/>
                </a:lnTo>
                <a:lnTo>
                  <a:pt x="3189599" y="23743"/>
                </a:lnTo>
                <a:lnTo>
                  <a:pt x="3217212" y="39800"/>
                </a:lnTo>
                <a:lnTo>
                  <a:pt x="3240000" y="57600"/>
                </a:lnTo>
              </a:path>
            </a:pathLst>
          </a:custGeom>
          <a:noFill/>
          <a:ln w="36000">
            <a:solidFill>
              <a:srgbClr val="F6C6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3420000"/>
            <a:ext cx="626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使い方ガイド</a:t>
            </a:r>
          </a:p>
        </p:txBody>
      </p:sp>
      <p:sp>
        <p:nvSpPr>
          <p:cNvPr id="9" name="収録内容の枠"/>
          <p:cNvSpPr/>
          <p:nvPr/>
        </p:nvSpPr>
        <p:spPr>
          <a:xfrm>
            <a:off x="648000" y="4140000"/>
            <a:ext cx="6264000" cy="3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6000" y="4428000"/>
            <a:ext cx="5688000" cy="7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収録内容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・Instagram投稿用（1080×1350px）2枚組 × 2色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　1枚目：表紙　2枚目：くわしい内容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・A4チラシ（印刷用）× 2色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・このガイド（使い方／告知チェックリスト／文例／利用範囲）</a:t>
            </a:r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sz="11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色：ソーダ（水色）、みかん（オレンジ）</a:t>
            </a:r>
          </a:p>
          <a:p>
            <a:pPr algn="l">
              <a:lnSpc>
                <a:spcPct val="145000"/>
              </a:lnSpc>
              <a:spcBef>
                <a:spcPts val="1000"/>
              </a:spcBef>
            </a:pPr>
            <a:r>
              <a:rPr sz="13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必要なもの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・pptxファイルを編集できるアプリ（どれか1つ）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　PowerPoint、Keynote（iPhone・Mac）、Googleスライド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・チラシを印刷する場合はA4のプリンター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9792000"/>
            <a:ext cx="6264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※見本の教室名・日時・料金などは、すべて架空のものです。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上の帯"/>
          <p:cNvSpPr/>
          <p:nvPr/>
        </p:nvSpPr>
        <p:spPr>
          <a:xfrm>
            <a:off x="0" y="0"/>
            <a:ext cx="7560000" cy="1080000"/>
          </a:xfrm>
          <a:prstGeom prst="rect">
            <a:avLst/>
          </a:prstGeom>
          <a:solidFill>
            <a:srgbClr val="EAF6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見出し"/>
          <p:cNvSpPr txBox="1"/>
          <p:nvPr/>
        </p:nvSpPr>
        <p:spPr>
          <a:xfrm>
            <a:off x="648000" y="324000"/>
            <a:ext cx="5400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使い方（3ステップ）</a:t>
            </a:r>
          </a:p>
        </p:txBody>
      </p:sp>
      <p:sp>
        <p:nvSpPr>
          <p:cNvPr id="4" name="ページ"/>
          <p:cNvSpPr txBox="1"/>
          <p:nvPr/>
        </p:nvSpPr>
        <p:spPr>
          <a:xfrm>
            <a:off x="5760000" y="432000"/>
            <a:ext cx="11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2 / 4</a:t>
            </a:r>
          </a:p>
        </p:txBody>
      </p:sp>
      <p:sp>
        <p:nvSpPr>
          <p:cNvPr id="5" name="フッター"/>
          <p:cNvSpPr txBox="1"/>
          <p:nvPr/>
        </p:nvSpPr>
        <p:spPr>
          <a:xfrm>
            <a:off x="648000" y="10224000"/>
            <a:ext cx="62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Sö-dä fuü　体験会のおしらせキット　v0.1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440000"/>
            <a:ext cx="6264000" cy="3240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2000" y="1440000"/>
            <a:ext cx="5976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1　ファイルを開く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872000"/>
            <a:ext cx="6264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使う色のpptxファイルを、PowerPoint・Keynote・Googleスライドのどれかで開きます。Googleスライドは、Googleドライブにアップロードしてから開きます。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000" y="3528000"/>
            <a:ext cx="6264000" cy="3240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2000" y="3528000"/>
            <a:ext cx="5976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2　文字と写真を入れ替える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960000"/>
            <a:ext cx="6264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文字をタップして、自分の教室の内容に書き換えます。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水色（オレンジ）の四角は写真を入れる場所です。写真を入れたら、「ここに教室の写真」の文字は消してください。チラシのQRコードの枠も同じように差し替えます。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00" y="5616000"/>
            <a:ext cx="6264000" cy="3240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2000" y="5616000"/>
            <a:ext cx="5976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3　画像やPDFにする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6048000"/>
            <a:ext cx="6264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アプリの「書き出し」や「ダウンロード」から保存します。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・Instagram用：PNGかJPEG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・チラシ：PDF（そのまま印刷できます）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7704000"/>
            <a:ext cx="6264000" cy="2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うまくいかないとき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・文字の形が見本と違う：見本は無料フォント「Zen Maru Gothic」を使っています。入っていない環境では別のフォントで表示されます。好きな丸ゴシック体に変えて使ってください。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・文字がはみ出す：文字を少し減らすか、文字の大きさを1〜2段階小さくしてください。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・アプリの細かい操作は、アプリごとに違います。各アプリのヘルプもあわせて確認してください。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上の帯"/>
          <p:cNvSpPr/>
          <p:nvPr/>
        </p:nvSpPr>
        <p:spPr>
          <a:xfrm>
            <a:off x="0" y="0"/>
            <a:ext cx="7560000" cy="1080000"/>
          </a:xfrm>
          <a:prstGeom prst="rect">
            <a:avLst/>
          </a:prstGeom>
          <a:solidFill>
            <a:srgbClr val="EAF6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見出し"/>
          <p:cNvSpPr txBox="1"/>
          <p:nvPr/>
        </p:nvSpPr>
        <p:spPr>
          <a:xfrm>
            <a:off x="648000" y="324000"/>
            <a:ext cx="5400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告知に入れる項目チェックリスト</a:t>
            </a:r>
          </a:p>
        </p:txBody>
      </p:sp>
      <p:sp>
        <p:nvSpPr>
          <p:cNvPr id="4" name="ページ"/>
          <p:cNvSpPr txBox="1"/>
          <p:nvPr/>
        </p:nvSpPr>
        <p:spPr>
          <a:xfrm>
            <a:off x="5760000" y="432000"/>
            <a:ext cx="11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3 / 4</a:t>
            </a:r>
          </a:p>
        </p:txBody>
      </p:sp>
      <p:sp>
        <p:nvSpPr>
          <p:cNvPr id="5" name="フッター"/>
          <p:cNvSpPr txBox="1"/>
          <p:nvPr/>
        </p:nvSpPr>
        <p:spPr>
          <a:xfrm>
            <a:off x="648000" y="10224000"/>
            <a:ext cx="62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Sö-dä fuü　体験会のおしらせキット　v0.1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296000"/>
            <a:ext cx="626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書く前と、公開する前に見直すためのリストです。全部入れる必要はありません。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1828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4000" y="1800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何の会か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0" y="1810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体験会・見学会・説明会など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2224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4000" y="2196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日にちと曜日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0" y="2206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カレンダーで曜日を確認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2620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44000" y="2592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時間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0" y="2602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始まりと終わり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3016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44000" y="2988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対象の年齢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2998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「3〜6さい」など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0000" y="3412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4000" y="3384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何をするか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3394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1文で。持ち帰るものがあれば書く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000" y="3808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44000" y="3780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料金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0" y="3790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材料費が入っているか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000" y="4204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44000" y="4176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定員と決め方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0" y="4186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先着順・抽選など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000" y="4600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44000" y="4572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持ち物・服装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000" y="4582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よごれてもいい服など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0000" y="4996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44000" y="4968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場所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000" y="4978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自宅教室は、どこまで公開するか決める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0000" y="5392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44000" y="5364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申込方法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000" y="5374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何を送ってもらうか（名前・年齢・希望日）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0000" y="5788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44000" y="5760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しめきり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000" y="5770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日付と曜日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0000" y="6184800"/>
            <a:ext cx="180000" cy="18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44000" y="6156000"/>
            <a:ext cx="180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安心できる一言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000" y="61668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見学だけ・相談だけでもよい、など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8000" y="6696000"/>
            <a:ext cx="6264000" cy="2376000"/>
          </a:xfrm>
          <a:prstGeom prst="roundRect">
            <a:avLst>
              <a:gd name="adj" fmla="val 5000"/>
            </a:avLst>
          </a:prstGeom>
          <a:solidFill>
            <a:srgbClr val="EAF6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64000" y="6912000"/>
            <a:ext cx="5832000" cy="7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公開・印刷の前に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・日付と曜日が合っているか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・料金や時間の数字が、全部の画像とチラシでそろっているか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・電話番号、URL、QRコードが正しく開けるか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・写真に写っている人の許可があるか（お子さんの写真は保護者の許可）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・住所や家の外観など、出したくない情報が写っていないか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・チラシは、試しに1枚印刷して文字が切れていないか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上の帯"/>
          <p:cNvSpPr/>
          <p:nvPr/>
        </p:nvSpPr>
        <p:spPr>
          <a:xfrm>
            <a:off x="0" y="0"/>
            <a:ext cx="7560000" cy="1080000"/>
          </a:xfrm>
          <a:prstGeom prst="rect">
            <a:avLst/>
          </a:prstGeom>
          <a:solidFill>
            <a:srgbClr val="EAF6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見出し"/>
          <p:cNvSpPr txBox="1"/>
          <p:nvPr/>
        </p:nvSpPr>
        <p:spPr>
          <a:xfrm>
            <a:off x="648000" y="324000"/>
            <a:ext cx="5400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文例と利用範囲</a:t>
            </a:r>
          </a:p>
        </p:txBody>
      </p:sp>
      <p:sp>
        <p:nvSpPr>
          <p:cNvPr id="4" name="ページ"/>
          <p:cNvSpPr txBox="1"/>
          <p:nvPr/>
        </p:nvSpPr>
        <p:spPr>
          <a:xfrm>
            <a:off x="5760000" y="432000"/>
            <a:ext cx="11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4 / 4</a:t>
            </a:r>
          </a:p>
        </p:txBody>
      </p:sp>
      <p:sp>
        <p:nvSpPr>
          <p:cNvPr id="5" name="フッター"/>
          <p:cNvSpPr txBox="1"/>
          <p:nvPr/>
        </p:nvSpPr>
        <p:spPr>
          <a:xfrm>
            <a:off x="648000" y="10224000"/>
            <a:ext cx="62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Sö-dä fuü　体験会のおしらせキット　v0.1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368000"/>
            <a:ext cx="6264000" cy="4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タイトルの文例（そのまま使えます）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・「やってみたい」を、ためしに来ませんか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・はじめての○○、1回だけ体験してみませんか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・冬の体験会のおしらせ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・春から通える教室の、体験会をひらきます</a:t>
            </a:r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sz="12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ひとことの文例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・見学だけ、保護者の方のご相談だけでも大丈夫です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・とちゅうで疲れたら、休みながら参加できます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・きょうだいで参加したい場合は、ご相談ください</a:t>
            </a:r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sz="12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DM・LINEで送るお知らせ文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「冬の体験会のおしらせです。1月16日（土）と23日（土）の10時から、3〜6さいのお子さん向けに体験会をひらきます。料金は500円（材料費こみ）です。参加をご希望の方は、お名前・年齢・希望日を送ってください。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6696000"/>
            <a:ext cx="6264000" cy="2592000"/>
          </a:xfrm>
          <a:prstGeom prst="roundRect">
            <a:avLst>
              <a:gd name="adj" fmla="val 5000"/>
            </a:avLst>
          </a:prstGeom>
          <a:solidFill>
            <a:srgbClr val="EAF6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4000" y="6912000"/>
            <a:ext cx="5832000" cy="7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利用範囲</a:t>
            </a:r>
          </a:p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できること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・ご自身の教室の告知に使う（SNS投稿・印刷・配布）。何回でも編集できます。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・色や文字、配置を自由に変える。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05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できないこと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・テンプレートのファイルを、ほかの人に渡したり、販売・配布したりすること。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・このテンプレートを使って、ほかの教室の告知を作って納品・販売すること。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9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※このキットは告知づくりの手間を減らすためのものです。集客の結果を約束するものではありません。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