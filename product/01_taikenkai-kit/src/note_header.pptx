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381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note見出し画像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飾り_泡"/>
          <p:cNvSpPr/>
          <p:nvPr/>
        </p:nvSpPr>
        <p:spPr>
          <a:xfrm>
            <a:off x="10953750" y="95250"/>
            <a:ext cx="1143000" cy="1143000"/>
          </a:xfrm>
          <a:prstGeom prst="ellipse">
            <a:avLst/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飾り_泡"/>
          <p:cNvSpPr/>
          <p:nvPr/>
        </p:nvSpPr>
        <p:spPr>
          <a:xfrm>
            <a:off x="10477500" y="1238250"/>
            <a:ext cx="381000" cy="381000"/>
          </a:xfrm>
          <a:prstGeom prst="ellipse">
            <a:avLst/>
          </a:prstGeom>
          <a:solidFill>
            <a:srgbClr val="F6C64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飾り_泡"/>
          <p:cNvSpPr/>
          <p:nvPr/>
        </p:nvSpPr>
        <p:spPr>
          <a:xfrm>
            <a:off x="11287125" y="5476875"/>
            <a:ext cx="762000" cy="762000"/>
          </a:xfrm>
          <a:prstGeom prst="ellipse">
            <a:avLst/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飾り_泡"/>
          <p:cNvSpPr/>
          <p:nvPr/>
        </p:nvSpPr>
        <p:spPr>
          <a:xfrm>
            <a:off x="10744200" y="5981700"/>
            <a:ext cx="228600" cy="228600"/>
          </a:xfrm>
          <a:prstGeom prst="ellipse">
            <a:avLst/>
          </a:prstGeom>
          <a:solidFill>
            <a:srgbClr val="EE8E7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対象"/>
          <p:cNvSpPr txBox="1"/>
          <p:nvPr/>
        </p:nvSpPr>
        <p:spPr>
          <a:xfrm>
            <a:off x="666750" y="809625"/>
            <a:ext cx="666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小さな子ども教室の先生へ</a:t>
            </a:r>
          </a:p>
        </p:txBody>
      </p:sp>
      <p:sp>
        <p:nvSpPr>
          <p:cNvPr id="7" name="商品名"/>
          <p:cNvSpPr txBox="1"/>
          <p:nvPr/>
        </p:nvSpPr>
        <p:spPr>
          <a:xfrm>
            <a:off x="666750" y="1428750"/>
            <a:ext cx="66675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体験会の</a:t>
            </a:r>
          </a:p>
          <a:p>
            <a:pPr algn="l">
              <a:lnSpc>
                <a:spcPct val="110000"/>
              </a:lnSpc>
            </a:pPr>
            <a:r>
              <a:rPr sz="70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おしらせキット</a:t>
            </a:r>
          </a:p>
        </p:txBody>
      </p:sp>
      <p:sp>
        <p:nvSpPr>
          <p:cNvPr id="8" name="飾り"/>
          <p:cNvSpPr/>
          <p:nvPr/>
        </p:nvSpPr>
        <p:spPr>
          <a:xfrm>
            <a:off x="773430" y="3733800"/>
            <a:ext cx="4000500" cy="152400"/>
          </a:xfrm>
          <a:custGeom>
            <a:avLst/>
            <a:gdLst/>
            <a:ahLst/>
            <a:cxnLst/>
            <a:rect l="l" t="t" r="r" b="b"/>
            <a:pathLst>
              <a:path w="4000500" h="152400">
                <a:moveTo>
                  <a:pt x="0" y="76200"/>
                </a:moveTo>
                <a:lnTo>
                  <a:pt x="21646" y="99747"/>
                </a:lnTo>
                <a:lnTo>
                  <a:pt x="36908" y="120989"/>
                </a:lnTo>
                <a:lnTo>
                  <a:pt x="46739" y="137847"/>
                </a:lnTo>
                <a:lnTo>
                  <a:pt x="52624" y="148670"/>
                </a:lnTo>
                <a:lnTo>
                  <a:pt x="56435" y="152400"/>
                </a:lnTo>
                <a:lnTo>
                  <a:pt x="60246" y="148670"/>
                </a:lnTo>
                <a:lnTo>
                  <a:pt x="66131" y="137847"/>
                </a:lnTo>
                <a:lnTo>
                  <a:pt x="75962" y="120989"/>
                </a:lnTo>
                <a:lnTo>
                  <a:pt x="91224" y="99747"/>
                </a:lnTo>
                <a:lnTo>
                  <a:pt x="112871" y="76200"/>
                </a:lnTo>
                <a:lnTo>
                  <a:pt x="141230" y="52652"/>
                </a:lnTo>
                <a:lnTo>
                  <a:pt x="175975" y="31410"/>
                </a:lnTo>
                <a:lnTo>
                  <a:pt x="216150" y="14552"/>
                </a:lnTo>
                <a:lnTo>
                  <a:pt x="260271" y="3729"/>
                </a:lnTo>
                <a:lnTo>
                  <a:pt x="306466" y="0"/>
                </a:lnTo>
                <a:lnTo>
                  <a:pt x="352662" y="3729"/>
                </a:lnTo>
                <a:lnTo>
                  <a:pt x="396783" y="14552"/>
                </a:lnTo>
                <a:lnTo>
                  <a:pt x="436958" y="31410"/>
                </a:lnTo>
                <a:lnTo>
                  <a:pt x="471702" y="52652"/>
                </a:lnTo>
                <a:lnTo>
                  <a:pt x="500062" y="76200"/>
                </a:lnTo>
                <a:lnTo>
                  <a:pt x="521709" y="99747"/>
                </a:lnTo>
                <a:lnTo>
                  <a:pt x="536971" y="120989"/>
                </a:lnTo>
                <a:lnTo>
                  <a:pt x="546802" y="137847"/>
                </a:lnTo>
                <a:lnTo>
                  <a:pt x="552687" y="148670"/>
                </a:lnTo>
                <a:lnTo>
                  <a:pt x="556498" y="152400"/>
                </a:lnTo>
                <a:lnTo>
                  <a:pt x="560308" y="148670"/>
                </a:lnTo>
                <a:lnTo>
                  <a:pt x="566194" y="137847"/>
                </a:lnTo>
                <a:lnTo>
                  <a:pt x="576025" y="120989"/>
                </a:lnTo>
                <a:lnTo>
                  <a:pt x="591287" y="99747"/>
                </a:lnTo>
                <a:lnTo>
                  <a:pt x="612933" y="76200"/>
                </a:lnTo>
                <a:lnTo>
                  <a:pt x="641293" y="52652"/>
                </a:lnTo>
                <a:lnTo>
                  <a:pt x="676037" y="31410"/>
                </a:lnTo>
                <a:lnTo>
                  <a:pt x="716212" y="14552"/>
                </a:lnTo>
                <a:lnTo>
                  <a:pt x="760333" y="3729"/>
                </a:lnTo>
                <a:lnTo>
                  <a:pt x="806529" y="0"/>
                </a:lnTo>
                <a:lnTo>
                  <a:pt x="852724" y="3729"/>
                </a:lnTo>
                <a:lnTo>
                  <a:pt x="896845" y="14552"/>
                </a:lnTo>
                <a:lnTo>
                  <a:pt x="937021" y="31410"/>
                </a:lnTo>
                <a:lnTo>
                  <a:pt x="971765" y="52652"/>
                </a:lnTo>
                <a:lnTo>
                  <a:pt x="1000125" y="76200"/>
                </a:lnTo>
                <a:lnTo>
                  <a:pt x="1021771" y="99747"/>
                </a:lnTo>
                <a:lnTo>
                  <a:pt x="1037033" y="120989"/>
                </a:lnTo>
                <a:lnTo>
                  <a:pt x="1046864" y="137847"/>
                </a:lnTo>
                <a:lnTo>
                  <a:pt x="1052749" y="148670"/>
                </a:lnTo>
                <a:lnTo>
                  <a:pt x="1056560" y="152400"/>
                </a:lnTo>
                <a:lnTo>
                  <a:pt x="1060371" y="148670"/>
                </a:lnTo>
                <a:lnTo>
                  <a:pt x="1066256" y="137847"/>
                </a:lnTo>
                <a:lnTo>
                  <a:pt x="1076087" y="120989"/>
                </a:lnTo>
                <a:lnTo>
                  <a:pt x="1091349" y="99747"/>
                </a:lnTo>
                <a:lnTo>
                  <a:pt x="1112996" y="76200"/>
                </a:lnTo>
                <a:lnTo>
                  <a:pt x="1141355" y="52652"/>
                </a:lnTo>
                <a:lnTo>
                  <a:pt x="1176100" y="31410"/>
                </a:lnTo>
                <a:lnTo>
                  <a:pt x="1216275" y="14552"/>
                </a:lnTo>
                <a:lnTo>
                  <a:pt x="1260396" y="3729"/>
                </a:lnTo>
                <a:lnTo>
                  <a:pt x="1306591" y="0"/>
                </a:lnTo>
                <a:lnTo>
                  <a:pt x="1352787" y="3729"/>
                </a:lnTo>
                <a:lnTo>
                  <a:pt x="1396908" y="14552"/>
                </a:lnTo>
                <a:lnTo>
                  <a:pt x="1437083" y="31410"/>
                </a:lnTo>
                <a:lnTo>
                  <a:pt x="1471827" y="52652"/>
                </a:lnTo>
                <a:lnTo>
                  <a:pt x="1500187" y="76200"/>
                </a:lnTo>
                <a:lnTo>
                  <a:pt x="1521834" y="99747"/>
                </a:lnTo>
                <a:lnTo>
                  <a:pt x="1537096" y="120989"/>
                </a:lnTo>
                <a:lnTo>
                  <a:pt x="1546927" y="137847"/>
                </a:lnTo>
                <a:lnTo>
                  <a:pt x="1552812" y="148670"/>
                </a:lnTo>
                <a:lnTo>
                  <a:pt x="1556623" y="152400"/>
                </a:lnTo>
                <a:lnTo>
                  <a:pt x="1560433" y="148670"/>
                </a:lnTo>
                <a:lnTo>
                  <a:pt x="1566319" y="137847"/>
                </a:lnTo>
                <a:lnTo>
                  <a:pt x="1576150" y="120989"/>
                </a:lnTo>
                <a:lnTo>
                  <a:pt x="1591412" y="99747"/>
                </a:lnTo>
                <a:lnTo>
                  <a:pt x="1613058" y="76200"/>
                </a:lnTo>
                <a:lnTo>
                  <a:pt x="1641418" y="52652"/>
                </a:lnTo>
                <a:lnTo>
                  <a:pt x="1676162" y="31410"/>
                </a:lnTo>
                <a:lnTo>
                  <a:pt x="1716337" y="14552"/>
                </a:lnTo>
                <a:lnTo>
                  <a:pt x="1760458" y="3729"/>
                </a:lnTo>
                <a:lnTo>
                  <a:pt x="1806654" y="0"/>
                </a:lnTo>
                <a:lnTo>
                  <a:pt x="1852849" y="3729"/>
                </a:lnTo>
                <a:lnTo>
                  <a:pt x="1896970" y="14552"/>
                </a:lnTo>
                <a:lnTo>
                  <a:pt x="1937146" y="31410"/>
                </a:lnTo>
                <a:lnTo>
                  <a:pt x="1971890" y="52652"/>
                </a:lnTo>
                <a:lnTo>
                  <a:pt x="2000250" y="76200"/>
                </a:lnTo>
                <a:lnTo>
                  <a:pt x="2021896" y="99747"/>
                </a:lnTo>
                <a:lnTo>
                  <a:pt x="2037158" y="120989"/>
                </a:lnTo>
                <a:lnTo>
                  <a:pt x="2046989" y="137847"/>
                </a:lnTo>
                <a:lnTo>
                  <a:pt x="2052874" y="148670"/>
                </a:lnTo>
                <a:lnTo>
                  <a:pt x="2056685" y="152400"/>
                </a:lnTo>
                <a:lnTo>
                  <a:pt x="2060496" y="148670"/>
                </a:lnTo>
                <a:lnTo>
                  <a:pt x="2066381" y="137847"/>
                </a:lnTo>
                <a:lnTo>
                  <a:pt x="2076212" y="120989"/>
                </a:lnTo>
                <a:lnTo>
                  <a:pt x="2091474" y="99747"/>
                </a:lnTo>
                <a:lnTo>
                  <a:pt x="2113121" y="76200"/>
                </a:lnTo>
                <a:lnTo>
                  <a:pt x="2141480" y="52652"/>
                </a:lnTo>
                <a:lnTo>
                  <a:pt x="2176225" y="31410"/>
                </a:lnTo>
                <a:lnTo>
                  <a:pt x="2216400" y="14552"/>
                </a:lnTo>
                <a:lnTo>
                  <a:pt x="2260521" y="3729"/>
                </a:lnTo>
                <a:lnTo>
                  <a:pt x="2306716" y="0"/>
                </a:lnTo>
                <a:lnTo>
                  <a:pt x="2352912" y="3729"/>
                </a:lnTo>
                <a:lnTo>
                  <a:pt x="2397033" y="14552"/>
                </a:lnTo>
                <a:lnTo>
                  <a:pt x="2437208" y="31410"/>
                </a:lnTo>
                <a:lnTo>
                  <a:pt x="2471952" y="52652"/>
                </a:lnTo>
                <a:lnTo>
                  <a:pt x="2500312" y="76200"/>
                </a:lnTo>
                <a:lnTo>
                  <a:pt x="2521959" y="99747"/>
                </a:lnTo>
                <a:lnTo>
                  <a:pt x="2537221" y="120989"/>
                </a:lnTo>
                <a:lnTo>
                  <a:pt x="2547052" y="137847"/>
                </a:lnTo>
                <a:lnTo>
                  <a:pt x="2552937" y="148670"/>
                </a:lnTo>
                <a:lnTo>
                  <a:pt x="2556748" y="152400"/>
                </a:lnTo>
                <a:lnTo>
                  <a:pt x="2560558" y="148670"/>
                </a:lnTo>
                <a:lnTo>
                  <a:pt x="2566444" y="137847"/>
                </a:lnTo>
                <a:lnTo>
                  <a:pt x="2576275" y="120989"/>
                </a:lnTo>
                <a:lnTo>
                  <a:pt x="2591537" y="99747"/>
                </a:lnTo>
                <a:lnTo>
                  <a:pt x="2613183" y="76200"/>
                </a:lnTo>
                <a:lnTo>
                  <a:pt x="2641543" y="52652"/>
                </a:lnTo>
                <a:lnTo>
                  <a:pt x="2676287" y="31410"/>
                </a:lnTo>
                <a:lnTo>
                  <a:pt x="2716462" y="14552"/>
                </a:lnTo>
                <a:lnTo>
                  <a:pt x="2760583" y="3729"/>
                </a:lnTo>
                <a:lnTo>
                  <a:pt x="2806779" y="0"/>
                </a:lnTo>
                <a:lnTo>
                  <a:pt x="2852974" y="3729"/>
                </a:lnTo>
                <a:lnTo>
                  <a:pt x="2897095" y="14552"/>
                </a:lnTo>
                <a:lnTo>
                  <a:pt x="2937271" y="31410"/>
                </a:lnTo>
                <a:lnTo>
                  <a:pt x="2972015" y="52652"/>
                </a:lnTo>
                <a:lnTo>
                  <a:pt x="3000375" y="76200"/>
                </a:lnTo>
                <a:lnTo>
                  <a:pt x="3022021" y="99747"/>
                </a:lnTo>
                <a:lnTo>
                  <a:pt x="3037283" y="120989"/>
                </a:lnTo>
                <a:lnTo>
                  <a:pt x="3047114" y="137847"/>
                </a:lnTo>
                <a:lnTo>
                  <a:pt x="3052999" y="148670"/>
                </a:lnTo>
                <a:lnTo>
                  <a:pt x="3056810" y="152400"/>
                </a:lnTo>
                <a:lnTo>
                  <a:pt x="3060621" y="148670"/>
                </a:lnTo>
                <a:lnTo>
                  <a:pt x="3066506" y="137847"/>
                </a:lnTo>
                <a:lnTo>
                  <a:pt x="3076337" y="120989"/>
                </a:lnTo>
                <a:lnTo>
                  <a:pt x="3091599" y="99747"/>
                </a:lnTo>
                <a:lnTo>
                  <a:pt x="3113246" y="76200"/>
                </a:lnTo>
                <a:lnTo>
                  <a:pt x="3141605" y="52652"/>
                </a:lnTo>
                <a:lnTo>
                  <a:pt x="3176350" y="31410"/>
                </a:lnTo>
                <a:lnTo>
                  <a:pt x="3216525" y="14552"/>
                </a:lnTo>
                <a:lnTo>
                  <a:pt x="3260646" y="3729"/>
                </a:lnTo>
                <a:lnTo>
                  <a:pt x="3306841" y="0"/>
                </a:lnTo>
                <a:lnTo>
                  <a:pt x="3353037" y="3729"/>
                </a:lnTo>
                <a:lnTo>
                  <a:pt x="3397158" y="14552"/>
                </a:lnTo>
                <a:lnTo>
                  <a:pt x="3437333" y="31410"/>
                </a:lnTo>
                <a:lnTo>
                  <a:pt x="3472077" y="52652"/>
                </a:lnTo>
                <a:lnTo>
                  <a:pt x="3500437" y="76200"/>
                </a:lnTo>
                <a:lnTo>
                  <a:pt x="3522084" y="99747"/>
                </a:lnTo>
                <a:lnTo>
                  <a:pt x="3537346" y="120989"/>
                </a:lnTo>
                <a:lnTo>
                  <a:pt x="3547177" y="137847"/>
                </a:lnTo>
                <a:lnTo>
                  <a:pt x="3553062" y="148670"/>
                </a:lnTo>
                <a:lnTo>
                  <a:pt x="3556873" y="152400"/>
                </a:lnTo>
                <a:lnTo>
                  <a:pt x="3560683" y="148670"/>
                </a:lnTo>
                <a:lnTo>
                  <a:pt x="3566569" y="137847"/>
                </a:lnTo>
                <a:lnTo>
                  <a:pt x="3576400" y="120989"/>
                </a:lnTo>
                <a:lnTo>
                  <a:pt x="3591662" y="99747"/>
                </a:lnTo>
                <a:lnTo>
                  <a:pt x="3613308" y="76200"/>
                </a:lnTo>
                <a:lnTo>
                  <a:pt x="3641668" y="52652"/>
                </a:lnTo>
                <a:lnTo>
                  <a:pt x="3676412" y="31410"/>
                </a:lnTo>
                <a:lnTo>
                  <a:pt x="3716587" y="14552"/>
                </a:lnTo>
                <a:lnTo>
                  <a:pt x="3760708" y="3729"/>
                </a:lnTo>
                <a:lnTo>
                  <a:pt x="3806904" y="0"/>
                </a:lnTo>
                <a:lnTo>
                  <a:pt x="3853099" y="3729"/>
                </a:lnTo>
                <a:lnTo>
                  <a:pt x="3897220" y="14552"/>
                </a:lnTo>
                <a:lnTo>
                  <a:pt x="3937396" y="31410"/>
                </a:lnTo>
                <a:lnTo>
                  <a:pt x="3972140" y="52652"/>
                </a:lnTo>
                <a:lnTo>
                  <a:pt x="4000500" y="76200"/>
                </a:lnTo>
              </a:path>
            </a:pathLst>
          </a:custGeom>
          <a:noFill/>
          <a:ln w="47625">
            <a:solidFill>
              <a:srgbClr val="F6C6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説明"/>
          <p:cNvSpPr txBox="1"/>
          <p:nvPr/>
        </p:nvSpPr>
        <p:spPr>
          <a:xfrm>
            <a:off x="666750" y="4191000"/>
            <a:ext cx="66675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Instagram投稿2枚＋A4チラシ（各2色）</a:t>
            </a:r>
          </a:p>
          <a:p>
            <a:pPr algn="l">
              <a:lnSpc>
                <a:spcPct val="140000"/>
              </a:lnSpc>
            </a:pPr>
            <a:r>
              <a:rPr sz="2400" b="0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文字と写真を入れ替えて使えます</a:t>
            </a:r>
          </a:p>
        </p:txBody>
      </p:sp>
      <p:sp>
        <p:nvSpPr>
          <p:cNvPr id="10" name="ブランド名"/>
          <p:cNvSpPr txBox="1"/>
          <p:nvPr/>
        </p:nvSpPr>
        <p:spPr>
          <a:xfrm>
            <a:off x="666750" y="561975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A8C99"/>
                </a:solidFill>
                <a:latin typeface="Zen Maru Gothic"/>
                <a:ea typeface="Zen Maru Gothic"/>
                <a:cs typeface="Zen Maru Gothic"/>
              </a:rPr>
              <a:t>Sö-dä fuü</a:t>
            </a:r>
          </a:p>
        </p:txBody>
      </p:sp>
      <p:sp>
        <p:nvSpPr>
          <p:cNvPr id="11" name="見本1_台紙"/>
          <p:cNvSpPr/>
          <p:nvPr/>
        </p:nvSpPr>
        <p:spPr>
          <a:xfrm rot="360000">
            <a:off x="8620125" y="1428750"/>
            <a:ext cx="2857500" cy="361950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28575">
            <a:solidFill>
              <a:srgbClr val="D9692F"/>
            </a:solidFill>
          </a:ln>
        </p:spPr>
        <p:txBody>
          <a:bodyPr rtlCol="0" anchor="ctr"/>
          <a:lstStyle/>
          <a:p/>
        </p:txBody>
      </p:sp>
      <p:sp>
        <p:nvSpPr>
          <p:cNvPr id="12" name="見本2_台紙"/>
          <p:cNvSpPr/>
          <p:nvPr/>
        </p:nvSpPr>
        <p:spPr>
          <a:xfrm>
            <a:off x="7620000" y="1238250"/>
            <a:ext cx="2857500" cy="3619500"/>
          </a:xfrm>
          <a:prstGeom prst="roundRect">
            <a:avLst>
              <a:gd name="adj" fmla="val 5000"/>
            </a:avLst>
          </a:prstGeom>
          <a:solidFill>
            <a:srgbClr val="EAF6F7"/>
          </a:solidFill>
          <a:ln w="28575">
            <a:solidFill>
              <a:srgbClr val="2A8C99"/>
            </a:solidFill>
          </a:ln>
        </p:spPr>
        <p:txBody>
          <a:bodyPr rtlCol="0" anchor="ctr"/>
          <a:lstStyle/>
          <a:p/>
        </p:txBody>
      </p:sp>
      <p:sp>
        <p:nvSpPr>
          <p:cNvPr id="13" name="見本_ラベル"/>
          <p:cNvSpPr/>
          <p:nvPr/>
        </p:nvSpPr>
        <p:spPr>
          <a:xfrm>
            <a:off x="7905750" y="1571625"/>
            <a:ext cx="1047750" cy="247650"/>
          </a:xfrm>
          <a:prstGeom prst="roundRect">
            <a:avLst>
              <a:gd name="adj" fmla="val 50000"/>
            </a:avLst>
          </a:prstGeom>
          <a:solidFill>
            <a:srgbClr val="2A8C9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見本_タイトル"/>
          <p:cNvSpPr txBox="1"/>
          <p:nvPr/>
        </p:nvSpPr>
        <p:spPr>
          <a:xfrm>
            <a:off x="7905750" y="1952625"/>
            <a:ext cx="2381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「やってみたい」を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2F3B40"/>
                </a:solidFill>
                <a:latin typeface="Zen Maru Gothic"/>
                <a:ea typeface="Zen Maru Gothic"/>
                <a:cs typeface="Zen Maru Gothic"/>
              </a:rPr>
              <a:t>ためしに来ませんか</a:t>
            </a:r>
          </a:p>
        </p:txBody>
      </p:sp>
      <p:sp>
        <p:nvSpPr>
          <p:cNvPr id="15" name="見本_写真枠"/>
          <p:cNvSpPr/>
          <p:nvPr/>
        </p:nvSpPr>
        <p:spPr>
          <a:xfrm>
            <a:off x="7905750" y="2857500"/>
            <a:ext cx="2286000" cy="1047750"/>
          </a:xfrm>
          <a:prstGeom prst="roundRect">
            <a:avLst>
              <a:gd name="adj" fmla="val 10000"/>
            </a:avLst>
          </a:prstGeom>
          <a:solidFill>
            <a:srgbClr val="CBEB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見本_日付帯"/>
          <p:cNvSpPr/>
          <p:nvPr/>
        </p:nvSpPr>
        <p:spPr>
          <a:xfrm>
            <a:off x="7905750" y="4095750"/>
            <a:ext cx="2286000" cy="476250"/>
          </a:xfrm>
          <a:prstGeom prst="roundRect">
            <a:avLst>
              <a:gd name="adj" fmla="val 30000"/>
            </a:avLst>
          </a:prstGeom>
          <a:solidFill>
            <a:srgbClr val="2A8C99"/>
          </a:solidFill>
          <a:ln>
            <a:noFill/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Zen Maru Gothic"/>
        <a:ea typeface="Zen Maru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Zen Maru Gothic"/>
        <a:ea typeface="Zen Maru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