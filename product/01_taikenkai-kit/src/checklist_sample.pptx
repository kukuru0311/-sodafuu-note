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告知に入れる項目チェックリスト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上の帯"/>
          <p:cNvSpPr/>
          <p:nvPr/>
        </p:nvSpPr>
        <p:spPr>
          <a:xfrm>
            <a:off x="0" y="0"/>
            <a:ext cx="7560000" cy="1080000"/>
          </a:xfrm>
          <a:prstGeom prst="rect">
            <a:avLst/>
          </a:prstGeom>
          <a:solidFill>
            <a:srgbClr val="EAF6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見出し"/>
          <p:cNvSpPr txBox="1"/>
          <p:nvPr/>
        </p:nvSpPr>
        <p:spPr>
          <a:xfrm>
            <a:off x="648000" y="324000"/>
            <a:ext cx="5400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告知に入れる項目チェックリスト</a:t>
            </a:r>
          </a:p>
        </p:txBody>
      </p:sp>
      <p:sp>
        <p:nvSpPr>
          <p:cNvPr id="4" name="フッター"/>
          <p:cNvSpPr txBox="1"/>
          <p:nvPr/>
        </p:nvSpPr>
        <p:spPr>
          <a:xfrm>
            <a:off x="648000" y="10224000"/>
            <a:ext cx="62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Sö-dä fuü　体験会のおしらせキット　v0.1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296000"/>
            <a:ext cx="626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書く前と、公開する前に見直すためのリストです。全部入れる必要はありません。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828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4000" y="1800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何の会か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0" y="1810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体験会・見学会・説明会など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2224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4000" y="2196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日にちと曜日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2206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カレンダーで曜日を確認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2620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4000" y="2592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0" y="2602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始まりと終わり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" y="3016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4000" y="2988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対象の年齢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998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「3さい〜年長さん」など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3412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44000" y="3384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何をするか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3394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1文で。持ち帰るものがあれば書く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3808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44000" y="3780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料金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3790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材料費が入っているか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4204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44000" y="4176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定員と決め方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186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先着順・抽選など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0000" y="4600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44000" y="4572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持ち物・服装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000" y="4582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よごれてもいい服など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000" y="4996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44000" y="4968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場所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000" y="4978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自宅教室は、どこまで公開するか決める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0000" y="5392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44000" y="5364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申し込み方法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000" y="5374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何を送ってもらうか（名前・年齢・希望日）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5788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44000" y="5760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しめきり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000" y="5770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日付と曜日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0000" y="6184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44000" y="6156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安心できる一言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000" y="6166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見学だけ・相談だけでもよい、など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8000" y="6696000"/>
            <a:ext cx="6264000" cy="2376000"/>
          </a:xfrm>
          <a:prstGeom prst="roundRect">
            <a:avLst>
              <a:gd name="adj" fmla="val 5000"/>
            </a:avLst>
          </a:prstGeom>
          <a:solidFill>
            <a:srgbClr val="EAF6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4000" y="6912000"/>
            <a:ext cx="5832000" cy="7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公開・印刷の前に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・日付と曜日が合っているか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・料金や時間の数字が、全部の画像とチラシでそろっているか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・電話番号、URL、QRコードが正しく開けるか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・写真に写っている人の許可があるか（お子さんの写真は保護者の許可）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・住所や家の外観など、出したくない情報が写っていないか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・チラシは、試しに1枚印刷して文字が切れていないか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Zen Maru Gothic"/>
        <a:ea typeface="Zen Mar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Zen Maru Gothic"/>
        <a:ea typeface="Zen Mar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