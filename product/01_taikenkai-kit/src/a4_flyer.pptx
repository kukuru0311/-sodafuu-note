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A4チラシ（ソーダ）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A4チラシ（みかん）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EAF6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飾り_泡"/>
          <p:cNvSpPr/>
          <p:nvPr/>
        </p:nvSpPr>
        <p:spPr>
          <a:xfrm>
            <a:off x="6156000" y="252000"/>
            <a:ext cx="1080000" cy="1080000"/>
          </a:xfrm>
          <a:prstGeom prst="ellipse">
            <a:avLst/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飾り_泡"/>
          <p:cNvSpPr/>
          <p:nvPr/>
        </p:nvSpPr>
        <p:spPr>
          <a:xfrm>
            <a:off x="5796000" y="1404000"/>
            <a:ext cx="360000" cy="360000"/>
          </a:xfrm>
          <a:prstGeom prst="ellipse">
            <a:avLst/>
          </a:prstGeom>
          <a:solidFill>
            <a:srgbClr val="F6C6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飾り_泡"/>
          <p:cNvSpPr/>
          <p:nvPr/>
        </p:nvSpPr>
        <p:spPr>
          <a:xfrm>
            <a:off x="6930000" y="1890000"/>
            <a:ext cx="252000" cy="252000"/>
          </a:xfrm>
          <a:prstGeom prst="ellipse">
            <a:avLst/>
          </a:prstGeom>
          <a:noFill/>
          <a:ln w="36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6" name="飾り_泡"/>
          <p:cNvSpPr/>
          <p:nvPr/>
        </p:nvSpPr>
        <p:spPr>
          <a:xfrm>
            <a:off x="6732000" y="2700000"/>
            <a:ext cx="216000" cy="216000"/>
          </a:xfrm>
          <a:prstGeom prst="ellipse">
            <a:avLst/>
          </a:prstGeom>
          <a:solidFill>
            <a:srgbClr val="EE8E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ラベル背景"/>
          <p:cNvSpPr/>
          <p:nvPr/>
        </p:nvSpPr>
        <p:spPr>
          <a:xfrm>
            <a:off x="540000" y="540000"/>
            <a:ext cx="2088000" cy="468000"/>
          </a:xfrm>
          <a:prstGeom prst="roundRect">
            <a:avLst>
              <a:gd name="adj" fmla="val 50000"/>
            </a:avLst>
          </a:prstGeom>
          <a:solidFill>
            <a:srgbClr val="2A8C9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ラベル文字"/>
          <p:cNvSpPr txBox="1"/>
          <p:nvPr/>
        </p:nvSpPr>
        <p:spPr>
          <a:xfrm>
            <a:off x="540000" y="540000"/>
            <a:ext cx="20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冬の体験会</a:t>
            </a:r>
          </a:p>
        </p:txBody>
      </p:sp>
      <p:sp>
        <p:nvSpPr>
          <p:cNvPr id="9" name="タイトル"/>
          <p:cNvSpPr txBox="1"/>
          <p:nvPr/>
        </p:nvSpPr>
        <p:spPr>
          <a:xfrm>
            <a:off x="540000" y="1260000"/>
            <a:ext cx="648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「やってみたい」を</a:t>
            </a:r>
          </a:p>
          <a:p>
            <a:pPr algn="l">
              <a:lnSpc>
                <a:spcPct val="112000"/>
              </a:lnSpc>
            </a:pPr>
            <a:r>
              <a:rPr sz="32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ためしに来ませんか</a:t>
            </a:r>
          </a:p>
        </p:txBody>
      </p:sp>
      <p:sp>
        <p:nvSpPr>
          <p:cNvPr id="10" name="飾り_下線"/>
          <p:cNvSpPr/>
          <p:nvPr/>
        </p:nvSpPr>
        <p:spPr>
          <a:xfrm>
            <a:off x="631080" y="2440800"/>
            <a:ext cx="3780000" cy="122400"/>
          </a:xfrm>
          <a:custGeom>
            <a:avLst/>
            <a:gdLst/>
            <a:ahLst/>
            <a:cxnLst/>
            <a:rect l="l" t="t" r="r" b="b"/>
            <a:pathLst>
              <a:path w="3780000" h="122400">
                <a:moveTo>
                  <a:pt x="0" y="61200"/>
                </a:moveTo>
                <a:lnTo>
                  <a:pt x="20220" y="82382"/>
                </a:lnTo>
                <a:lnTo>
                  <a:pt x="34053" y="100946"/>
                </a:lnTo>
                <a:lnTo>
                  <a:pt x="42708" y="114596"/>
                </a:lnTo>
                <a:lnTo>
                  <a:pt x="48036" y="121646"/>
                </a:lnTo>
                <a:lnTo>
                  <a:pt x="52299" y="121224"/>
                </a:lnTo>
                <a:lnTo>
                  <a:pt x="57890" y="113381"/>
                </a:lnTo>
                <a:lnTo>
                  <a:pt x="67039" y="99088"/>
                </a:lnTo>
                <a:lnTo>
                  <a:pt x="81535" y="80111"/>
                </a:lnTo>
                <a:lnTo>
                  <a:pt x="102507" y="58797"/>
                </a:lnTo>
                <a:lnTo>
                  <a:pt x="130282" y="37779"/>
                </a:lnTo>
                <a:lnTo>
                  <a:pt x="164348" y="19657"/>
                </a:lnTo>
                <a:lnTo>
                  <a:pt x="203414" y="6670"/>
                </a:lnTo>
                <a:lnTo>
                  <a:pt x="245571" y="424"/>
                </a:lnTo>
                <a:lnTo>
                  <a:pt x="288528" y="1690"/>
                </a:lnTo>
                <a:lnTo>
                  <a:pt x="329895" y="10314"/>
                </a:lnTo>
                <a:lnTo>
                  <a:pt x="367480" y="25227"/>
                </a:lnTo>
                <a:lnTo>
                  <a:pt x="399557" y="44587"/>
                </a:lnTo>
                <a:lnTo>
                  <a:pt x="425080" y="66001"/>
                </a:lnTo>
                <a:lnTo>
                  <a:pt x="443815" y="86821"/>
                </a:lnTo>
                <a:lnTo>
                  <a:pt x="456367" y="104474"/>
                </a:lnTo>
                <a:lnTo>
                  <a:pt x="464104" y="116778"/>
                </a:lnTo>
                <a:lnTo>
                  <a:pt x="468991" y="122211"/>
                </a:lnTo>
                <a:lnTo>
                  <a:pt x="473344" y="120102"/>
                </a:lnTo>
                <a:lnTo>
                  <a:pt x="479544" y="110711"/>
                </a:lnTo>
                <a:lnTo>
                  <a:pt x="489747" y="95200"/>
                </a:lnTo>
                <a:lnTo>
                  <a:pt x="505611" y="75486"/>
                </a:lnTo>
                <a:lnTo>
                  <a:pt x="528096" y="54006"/>
                </a:lnTo>
                <a:lnTo>
                  <a:pt x="557343" y="33415"/>
                </a:lnTo>
                <a:lnTo>
                  <a:pt x="592656" y="16259"/>
                </a:lnTo>
                <a:lnTo>
                  <a:pt x="632591" y="4658"/>
                </a:lnTo>
                <a:lnTo>
                  <a:pt x="675132" y="47"/>
                </a:lnTo>
                <a:lnTo>
                  <a:pt x="717940" y="2995"/>
                </a:lnTo>
                <a:lnTo>
                  <a:pt x="758644" y="13138"/>
                </a:lnTo>
                <a:lnTo>
                  <a:pt x="795133" y="29223"/>
                </a:lnTo>
                <a:lnTo>
                  <a:pt x="825816" y="49260"/>
                </a:lnTo>
                <a:lnTo>
                  <a:pt x="849821" y="70773"/>
                </a:lnTo>
                <a:lnTo>
                  <a:pt x="867102" y="91103"/>
                </a:lnTo>
                <a:lnTo>
                  <a:pt x="878441" y="107736"/>
                </a:lnTo>
                <a:lnTo>
                  <a:pt x="885359" y="118617"/>
                </a:lnTo>
                <a:lnTo>
                  <a:pt x="889920" y="122400"/>
                </a:lnTo>
                <a:lnTo>
                  <a:pt x="894480" y="118617"/>
                </a:lnTo>
                <a:lnTo>
                  <a:pt x="901398" y="107736"/>
                </a:lnTo>
                <a:lnTo>
                  <a:pt x="912737" y="91103"/>
                </a:lnTo>
                <a:lnTo>
                  <a:pt x="930018" y="70773"/>
                </a:lnTo>
                <a:lnTo>
                  <a:pt x="954023" y="49260"/>
                </a:lnTo>
                <a:lnTo>
                  <a:pt x="984706" y="29223"/>
                </a:lnTo>
                <a:lnTo>
                  <a:pt x="1021195" y="13138"/>
                </a:lnTo>
                <a:lnTo>
                  <a:pt x="1061899" y="2995"/>
                </a:lnTo>
                <a:lnTo>
                  <a:pt x="1104707" y="47"/>
                </a:lnTo>
                <a:lnTo>
                  <a:pt x="1147248" y="4658"/>
                </a:lnTo>
                <a:lnTo>
                  <a:pt x="1187183" y="16259"/>
                </a:lnTo>
                <a:lnTo>
                  <a:pt x="1222496" y="33415"/>
                </a:lnTo>
                <a:lnTo>
                  <a:pt x="1251743" y="54006"/>
                </a:lnTo>
                <a:lnTo>
                  <a:pt x="1274228" y="75486"/>
                </a:lnTo>
                <a:lnTo>
                  <a:pt x="1290092" y="95200"/>
                </a:lnTo>
                <a:lnTo>
                  <a:pt x="1300295" y="110711"/>
                </a:lnTo>
                <a:lnTo>
                  <a:pt x="1306495" y="120102"/>
                </a:lnTo>
                <a:lnTo>
                  <a:pt x="1310848" y="122211"/>
                </a:lnTo>
                <a:lnTo>
                  <a:pt x="1315735" y="116778"/>
                </a:lnTo>
                <a:lnTo>
                  <a:pt x="1323472" y="104474"/>
                </a:lnTo>
                <a:lnTo>
                  <a:pt x="1336024" y="86821"/>
                </a:lnTo>
                <a:lnTo>
                  <a:pt x="1354759" y="66001"/>
                </a:lnTo>
                <a:lnTo>
                  <a:pt x="1380282" y="44587"/>
                </a:lnTo>
                <a:lnTo>
                  <a:pt x="1412359" y="25227"/>
                </a:lnTo>
                <a:lnTo>
                  <a:pt x="1449944" y="10314"/>
                </a:lnTo>
                <a:lnTo>
                  <a:pt x="1491311" y="1690"/>
                </a:lnTo>
                <a:lnTo>
                  <a:pt x="1534268" y="424"/>
                </a:lnTo>
                <a:lnTo>
                  <a:pt x="1576425" y="6670"/>
                </a:lnTo>
                <a:lnTo>
                  <a:pt x="1615491" y="19657"/>
                </a:lnTo>
                <a:lnTo>
                  <a:pt x="1649557" y="37779"/>
                </a:lnTo>
                <a:lnTo>
                  <a:pt x="1677332" y="58797"/>
                </a:lnTo>
                <a:lnTo>
                  <a:pt x="1698304" y="80111"/>
                </a:lnTo>
                <a:lnTo>
                  <a:pt x="1712800" y="99088"/>
                </a:lnTo>
                <a:lnTo>
                  <a:pt x="1721949" y="113381"/>
                </a:lnTo>
                <a:lnTo>
                  <a:pt x="1727540" y="121224"/>
                </a:lnTo>
                <a:lnTo>
                  <a:pt x="1731803" y="121646"/>
                </a:lnTo>
                <a:lnTo>
                  <a:pt x="1737131" y="114596"/>
                </a:lnTo>
                <a:lnTo>
                  <a:pt x="1745786" y="100946"/>
                </a:lnTo>
                <a:lnTo>
                  <a:pt x="1759619" y="82382"/>
                </a:lnTo>
                <a:lnTo>
                  <a:pt x="1779840" y="61200"/>
                </a:lnTo>
                <a:lnTo>
                  <a:pt x="1806869" y="40017"/>
                </a:lnTo>
                <a:lnTo>
                  <a:pt x="1840286" y="21453"/>
                </a:lnTo>
                <a:lnTo>
                  <a:pt x="1878881" y="7803"/>
                </a:lnTo>
                <a:lnTo>
                  <a:pt x="1920803" y="753"/>
                </a:lnTo>
                <a:lnTo>
                  <a:pt x="1963790" y="1175"/>
                </a:lnTo>
                <a:lnTo>
                  <a:pt x="2005449" y="9018"/>
                </a:lnTo>
                <a:lnTo>
                  <a:pt x="2043550" y="23311"/>
                </a:lnTo>
                <a:lnTo>
                  <a:pt x="2076304" y="42288"/>
                </a:lnTo>
                <a:lnTo>
                  <a:pt x="2102582" y="63602"/>
                </a:lnTo>
                <a:lnTo>
                  <a:pt x="2122057" y="84620"/>
                </a:lnTo>
                <a:lnTo>
                  <a:pt x="2135241" y="102742"/>
                </a:lnTo>
                <a:lnTo>
                  <a:pt x="2143425" y="115729"/>
                </a:lnTo>
                <a:lnTo>
                  <a:pt x="2148518" y="121975"/>
                </a:lnTo>
                <a:lnTo>
                  <a:pt x="2152811" y="120709"/>
                </a:lnTo>
                <a:lnTo>
                  <a:pt x="2158694" y="112085"/>
                </a:lnTo>
                <a:lnTo>
                  <a:pt x="2168359" y="97172"/>
                </a:lnTo>
                <a:lnTo>
                  <a:pt x="2183532" y="77812"/>
                </a:lnTo>
                <a:lnTo>
                  <a:pt x="2205259" y="56398"/>
                </a:lnTo>
                <a:lnTo>
                  <a:pt x="2233774" y="35578"/>
                </a:lnTo>
                <a:lnTo>
                  <a:pt x="2268472" y="17925"/>
                </a:lnTo>
                <a:lnTo>
                  <a:pt x="2307985" y="5621"/>
                </a:lnTo>
                <a:lnTo>
                  <a:pt x="2350348" y="188"/>
                </a:lnTo>
                <a:lnTo>
                  <a:pt x="2393245" y="2297"/>
                </a:lnTo>
                <a:lnTo>
                  <a:pt x="2434295" y="11688"/>
                </a:lnTo>
                <a:lnTo>
                  <a:pt x="2471342" y="27199"/>
                </a:lnTo>
                <a:lnTo>
                  <a:pt x="2502728" y="46913"/>
                </a:lnTo>
                <a:lnTo>
                  <a:pt x="2527493" y="68393"/>
                </a:lnTo>
                <a:lnTo>
                  <a:pt x="2545496" y="88984"/>
                </a:lnTo>
                <a:lnTo>
                  <a:pt x="2557433" y="106140"/>
                </a:lnTo>
                <a:lnTo>
                  <a:pt x="2564748" y="117741"/>
                </a:lnTo>
                <a:lnTo>
                  <a:pt x="2569457" y="122352"/>
                </a:lnTo>
                <a:lnTo>
                  <a:pt x="2573899" y="119404"/>
                </a:lnTo>
                <a:lnTo>
                  <a:pt x="2580445" y="109261"/>
                </a:lnTo>
                <a:lnTo>
                  <a:pt x="2591206" y="93176"/>
                </a:lnTo>
                <a:lnTo>
                  <a:pt x="2607773" y="73139"/>
                </a:lnTo>
                <a:lnTo>
                  <a:pt x="2631018" y="51626"/>
                </a:lnTo>
                <a:lnTo>
                  <a:pt x="2660987" y="31296"/>
                </a:lnTo>
                <a:lnTo>
                  <a:pt x="2696898" y="14663"/>
                </a:lnTo>
                <a:lnTo>
                  <a:pt x="2737230" y="3782"/>
                </a:lnTo>
                <a:lnTo>
                  <a:pt x="2779920" y="0"/>
                </a:lnTo>
                <a:lnTo>
                  <a:pt x="2822609" y="3782"/>
                </a:lnTo>
                <a:lnTo>
                  <a:pt x="2862941" y="14663"/>
                </a:lnTo>
                <a:lnTo>
                  <a:pt x="2898852" y="31296"/>
                </a:lnTo>
                <a:lnTo>
                  <a:pt x="2928821" y="51626"/>
                </a:lnTo>
                <a:lnTo>
                  <a:pt x="2952066" y="73139"/>
                </a:lnTo>
                <a:lnTo>
                  <a:pt x="2968633" y="93176"/>
                </a:lnTo>
                <a:lnTo>
                  <a:pt x="2979394" y="109261"/>
                </a:lnTo>
                <a:lnTo>
                  <a:pt x="2985940" y="119404"/>
                </a:lnTo>
                <a:lnTo>
                  <a:pt x="2990382" y="122352"/>
                </a:lnTo>
                <a:lnTo>
                  <a:pt x="2995091" y="117741"/>
                </a:lnTo>
                <a:lnTo>
                  <a:pt x="3002406" y="106140"/>
                </a:lnTo>
                <a:lnTo>
                  <a:pt x="3014343" y="88984"/>
                </a:lnTo>
                <a:lnTo>
                  <a:pt x="3032346" y="68393"/>
                </a:lnTo>
                <a:lnTo>
                  <a:pt x="3057111" y="46913"/>
                </a:lnTo>
                <a:lnTo>
                  <a:pt x="3088497" y="27199"/>
                </a:lnTo>
                <a:lnTo>
                  <a:pt x="3125544" y="11688"/>
                </a:lnTo>
                <a:lnTo>
                  <a:pt x="3166594" y="2297"/>
                </a:lnTo>
                <a:lnTo>
                  <a:pt x="3209491" y="188"/>
                </a:lnTo>
                <a:lnTo>
                  <a:pt x="3251854" y="5621"/>
                </a:lnTo>
                <a:lnTo>
                  <a:pt x="3291367" y="17925"/>
                </a:lnTo>
                <a:lnTo>
                  <a:pt x="3326065" y="35578"/>
                </a:lnTo>
                <a:lnTo>
                  <a:pt x="3354580" y="56398"/>
                </a:lnTo>
                <a:lnTo>
                  <a:pt x="3376307" y="77812"/>
                </a:lnTo>
                <a:lnTo>
                  <a:pt x="3391480" y="97172"/>
                </a:lnTo>
                <a:lnTo>
                  <a:pt x="3401145" y="112085"/>
                </a:lnTo>
                <a:lnTo>
                  <a:pt x="3407028" y="120709"/>
                </a:lnTo>
                <a:lnTo>
                  <a:pt x="3411321" y="121975"/>
                </a:lnTo>
                <a:lnTo>
                  <a:pt x="3416414" y="115729"/>
                </a:lnTo>
                <a:lnTo>
                  <a:pt x="3424598" y="102742"/>
                </a:lnTo>
                <a:lnTo>
                  <a:pt x="3437782" y="84620"/>
                </a:lnTo>
                <a:lnTo>
                  <a:pt x="3457257" y="63602"/>
                </a:lnTo>
                <a:lnTo>
                  <a:pt x="3483535" y="42288"/>
                </a:lnTo>
                <a:lnTo>
                  <a:pt x="3516289" y="23311"/>
                </a:lnTo>
                <a:lnTo>
                  <a:pt x="3554390" y="9018"/>
                </a:lnTo>
                <a:lnTo>
                  <a:pt x="3596049" y="1175"/>
                </a:lnTo>
                <a:lnTo>
                  <a:pt x="3639036" y="753"/>
                </a:lnTo>
                <a:lnTo>
                  <a:pt x="3680958" y="7803"/>
                </a:lnTo>
                <a:lnTo>
                  <a:pt x="3719553" y="21453"/>
                </a:lnTo>
                <a:lnTo>
                  <a:pt x="3752970" y="40017"/>
                </a:lnTo>
                <a:lnTo>
                  <a:pt x="3780000" y="61200"/>
                </a:lnTo>
              </a:path>
            </a:pathLst>
          </a:custGeom>
          <a:noFill/>
          <a:ln w="36000">
            <a:solidFill>
              <a:srgbClr val="F6C6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教室名"/>
          <p:cNvSpPr txBox="1"/>
          <p:nvPr/>
        </p:nvSpPr>
        <p:spPr>
          <a:xfrm>
            <a:off x="540000" y="2682000"/>
            <a:ext cx="648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おえかき教室 そらいろ</a:t>
            </a:r>
          </a:p>
        </p:txBody>
      </p:sp>
      <p:sp>
        <p:nvSpPr>
          <p:cNvPr id="12" name="写真枠（写真に差し替え）"/>
          <p:cNvSpPr/>
          <p:nvPr/>
        </p:nvSpPr>
        <p:spPr>
          <a:xfrm>
            <a:off x="540000" y="3132000"/>
            <a:ext cx="6480000" cy="2808000"/>
          </a:xfrm>
          <a:prstGeom prst="roundRect">
            <a:avLst>
              <a:gd name="adj" fmla="val 8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写真枠の説明（差し替え後に削除）"/>
          <p:cNvSpPr txBox="1"/>
          <p:nvPr/>
        </p:nvSpPr>
        <p:spPr>
          <a:xfrm>
            <a:off x="540000" y="3132000"/>
            <a:ext cx="6480000" cy="28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ここに教室の写真</a:t>
            </a:r>
          </a:p>
        </p:txBody>
      </p:sp>
      <p:sp>
        <p:nvSpPr>
          <p:cNvPr id="14" name="日付背景"/>
          <p:cNvSpPr/>
          <p:nvPr/>
        </p:nvSpPr>
        <p:spPr>
          <a:xfrm>
            <a:off x="540000" y="6192000"/>
            <a:ext cx="6480000" cy="864000"/>
          </a:xfrm>
          <a:prstGeom prst="roundRect">
            <a:avLst>
              <a:gd name="adj" fmla="val 30000"/>
            </a:avLst>
          </a:prstGeom>
          <a:solidFill>
            <a:srgbClr val="2A8C9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日付"/>
          <p:cNvSpPr txBox="1"/>
          <p:nvPr/>
        </p:nvSpPr>
        <p:spPr>
          <a:xfrm>
            <a:off x="540000" y="6264000"/>
            <a:ext cx="64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1月16日（土）・23日（土）</a:t>
            </a:r>
          </a:p>
        </p:txBody>
      </p:sp>
      <p:sp>
        <p:nvSpPr>
          <p:cNvPr id="16" name="時間"/>
          <p:cNvSpPr txBox="1"/>
          <p:nvPr/>
        </p:nvSpPr>
        <p:spPr>
          <a:xfrm>
            <a:off x="540000" y="6696000"/>
            <a:ext cx="64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10:00〜11:00</a:t>
            </a:r>
          </a:p>
        </p:txBody>
      </p:sp>
      <p:sp>
        <p:nvSpPr>
          <p:cNvPr id="17" name="項目名背景_対象"/>
          <p:cNvSpPr/>
          <p:nvPr/>
        </p:nvSpPr>
        <p:spPr>
          <a:xfrm>
            <a:off x="540000" y="734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項目名_対象"/>
          <p:cNvSpPr txBox="1"/>
          <p:nvPr/>
        </p:nvSpPr>
        <p:spPr>
          <a:xfrm>
            <a:off x="540000" y="734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対象</a:t>
            </a:r>
          </a:p>
        </p:txBody>
      </p:sp>
      <p:sp>
        <p:nvSpPr>
          <p:cNvPr id="19" name="内容_対象"/>
          <p:cNvSpPr txBox="1"/>
          <p:nvPr/>
        </p:nvSpPr>
        <p:spPr>
          <a:xfrm>
            <a:off x="1476000" y="736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3〜6さい（未就学のお子さん）</a:t>
            </a:r>
          </a:p>
        </p:txBody>
      </p:sp>
      <p:sp>
        <p:nvSpPr>
          <p:cNvPr id="20" name="項目名背景_内容"/>
          <p:cNvSpPr/>
          <p:nvPr/>
        </p:nvSpPr>
        <p:spPr>
          <a:xfrm>
            <a:off x="540000" y="770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項目名_内容"/>
          <p:cNvSpPr txBox="1"/>
          <p:nvPr/>
        </p:nvSpPr>
        <p:spPr>
          <a:xfrm>
            <a:off x="540000" y="770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内容</a:t>
            </a:r>
          </a:p>
        </p:txBody>
      </p:sp>
      <p:sp>
        <p:nvSpPr>
          <p:cNvPr id="22" name="内容_内容"/>
          <p:cNvSpPr txBox="1"/>
          <p:nvPr/>
        </p:nvSpPr>
        <p:spPr>
          <a:xfrm>
            <a:off x="1476000" y="772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大きな紙に、絵の具で自由に描きます</a:t>
            </a:r>
          </a:p>
        </p:txBody>
      </p:sp>
      <p:sp>
        <p:nvSpPr>
          <p:cNvPr id="23" name="項目名背景_料金"/>
          <p:cNvSpPr/>
          <p:nvPr/>
        </p:nvSpPr>
        <p:spPr>
          <a:xfrm>
            <a:off x="540000" y="806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項目名_料金"/>
          <p:cNvSpPr txBox="1"/>
          <p:nvPr/>
        </p:nvSpPr>
        <p:spPr>
          <a:xfrm>
            <a:off x="540000" y="806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料金</a:t>
            </a:r>
          </a:p>
        </p:txBody>
      </p:sp>
      <p:sp>
        <p:nvSpPr>
          <p:cNvPr id="25" name="内容_料金"/>
          <p:cNvSpPr txBox="1"/>
          <p:nvPr/>
        </p:nvSpPr>
        <p:spPr>
          <a:xfrm>
            <a:off x="1476000" y="808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500円（材料費こみ）</a:t>
            </a:r>
          </a:p>
        </p:txBody>
      </p:sp>
      <p:sp>
        <p:nvSpPr>
          <p:cNvPr id="26" name="項目名背景_定員"/>
          <p:cNvSpPr/>
          <p:nvPr/>
        </p:nvSpPr>
        <p:spPr>
          <a:xfrm>
            <a:off x="540000" y="842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項目名_定員"/>
          <p:cNvSpPr txBox="1"/>
          <p:nvPr/>
        </p:nvSpPr>
        <p:spPr>
          <a:xfrm>
            <a:off x="540000" y="842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定員</a:t>
            </a:r>
          </a:p>
        </p:txBody>
      </p:sp>
      <p:sp>
        <p:nvSpPr>
          <p:cNvPr id="28" name="内容_定員"/>
          <p:cNvSpPr txBox="1"/>
          <p:nvPr/>
        </p:nvSpPr>
        <p:spPr>
          <a:xfrm>
            <a:off x="1476000" y="844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各回4名（先着順）</a:t>
            </a:r>
          </a:p>
        </p:txBody>
      </p:sp>
      <p:sp>
        <p:nvSpPr>
          <p:cNvPr id="29" name="項目名背景_持ち物"/>
          <p:cNvSpPr/>
          <p:nvPr/>
        </p:nvSpPr>
        <p:spPr>
          <a:xfrm>
            <a:off x="540000" y="878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項目名_持ち物"/>
          <p:cNvSpPr txBox="1"/>
          <p:nvPr/>
        </p:nvSpPr>
        <p:spPr>
          <a:xfrm>
            <a:off x="540000" y="878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持ち物</a:t>
            </a:r>
          </a:p>
        </p:txBody>
      </p:sp>
      <p:sp>
        <p:nvSpPr>
          <p:cNvPr id="31" name="内容_持ち物"/>
          <p:cNvSpPr txBox="1"/>
          <p:nvPr/>
        </p:nvSpPr>
        <p:spPr>
          <a:xfrm>
            <a:off x="1476000" y="880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よごれてもいい服・水筒</a:t>
            </a:r>
          </a:p>
        </p:txBody>
      </p:sp>
      <p:sp>
        <p:nvSpPr>
          <p:cNvPr id="32" name="項目名背景_場所"/>
          <p:cNvSpPr/>
          <p:nvPr/>
        </p:nvSpPr>
        <p:spPr>
          <a:xfrm>
            <a:off x="540000" y="914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項目名_場所"/>
          <p:cNvSpPr txBox="1"/>
          <p:nvPr/>
        </p:nvSpPr>
        <p:spPr>
          <a:xfrm>
            <a:off x="540000" y="914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場所</a:t>
            </a:r>
          </a:p>
        </p:txBody>
      </p:sp>
      <p:sp>
        <p:nvSpPr>
          <p:cNvPr id="34" name="内容_場所"/>
          <p:cNvSpPr txBox="1"/>
          <p:nvPr/>
        </p:nvSpPr>
        <p:spPr>
          <a:xfrm>
            <a:off x="1476000" y="916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○○市○○町（くわしい場所はお申し込み後にお知らせします）</a:t>
            </a:r>
          </a:p>
        </p:txBody>
      </p:sp>
      <p:sp>
        <p:nvSpPr>
          <p:cNvPr id="35" name="申込枠"/>
          <p:cNvSpPr/>
          <p:nvPr/>
        </p:nvSpPr>
        <p:spPr>
          <a:xfrm>
            <a:off x="540000" y="9576000"/>
            <a:ext cx="5040000" cy="68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800">
            <a:solidFill>
              <a:srgbClr val="F6C64F"/>
            </a:solidFill>
          </a:ln>
        </p:spPr>
        <p:txBody>
          <a:bodyPr rtlCol="0" anchor="ctr"/>
          <a:lstStyle/>
          <a:p/>
        </p:txBody>
      </p:sp>
      <p:sp>
        <p:nvSpPr>
          <p:cNvPr id="36" name="申込方法"/>
          <p:cNvSpPr txBox="1"/>
          <p:nvPr/>
        </p:nvSpPr>
        <p:spPr>
          <a:xfrm>
            <a:off x="720000" y="9666000"/>
            <a:ext cx="475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お申し込み　しめきり：1月9日（土）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InstagramのDMかLINEで、「お名前・年齢・希望日」を送ってください</a:t>
            </a:r>
          </a:p>
        </p:txBody>
      </p:sp>
      <p:sp>
        <p:nvSpPr>
          <p:cNvPr id="37" name="QRコード枠（差し替え）"/>
          <p:cNvSpPr/>
          <p:nvPr/>
        </p:nvSpPr>
        <p:spPr>
          <a:xfrm>
            <a:off x="5868000" y="9180000"/>
            <a:ext cx="1152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8000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38" name="QR枠の説明（差し替え後に削除）"/>
          <p:cNvSpPr txBox="1"/>
          <p:nvPr/>
        </p:nvSpPr>
        <p:spPr>
          <a:xfrm>
            <a:off x="5868000" y="9180000"/>
            <a:ext cx="1152000" cy="11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QRコード</a:t>
            </a: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を置く</a:t>
            </a:r>
          </a:p>
        </p:txBody>
      </p:sp>
      <p:sp>
        <p:nvSpPr>
          <p:cNvPr id="39" name="ひとこと"/>
          <p:cNvSpPr txBox="1"/>
          <p:nvPr/>
        </p:nvSpPr>
        <p:spPr>
          <a:xfrm>
            <a:off x="540000" y="10386000"/>
            <a:ext cx="50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見学だけ、保護者の方のご相談だけでも大丈夫です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飾り_泡"/>
          <p:cNvSpPr/>
          <p:nvPr/>
        </p:nvSpPr>
        <p:spPr>
          <a:xfrm>
            <a:off x="6156000" y="252000"/>
            <a:ext cx="1080000" cy="1080000"/>
          </a:xfrm>
          <a:prstGeom prst="ellipse">
            <a:avLst/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飾り_泡"/>
          <p:cNvSpPr/>
          <p:nvPr/>
        </p:nvSpPr>
        <p:spPr>
          <a:xfrm>
            <a:off x="5796000" y="1404000"/>
            <a:ext cx="360000" cy="360000"/>
          </a:xfrm>
          <a:prstGeom prst="ellipse">
            <a:avLst/>
          </a:prstGeom>
          <a:solidFill>
            <a:srgbClr val="7DB89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飾り_泡"/>
          <p:cNvSpPr/>
          <p:nvPr/>
        </p:nvSpPr>
        <p:spPr>
          <a:xfrm>
            <a:off x="6930000" y="1890000"/>
            <a:ext cx="252000" cy="252000"/>
          </a:xfrm>
          <a:prstGeom prst="ellipse">
            <a:avLst/>
          </a:prstGeom>
          <a:noFill/>
          <a:ln w="36000">
            <a:solidFill>
              <a:srgbClr val="D9692F"/>
            </a:solidFill>
          </a:ln>
        </p:spPr>
        <p:txBody>
          <a:bodyPr rtlCol="0" anchor="ctr"/>
          <a:lstStyle/>
          <a:p/>
        </p:txBody>
      </p:sp>
      <p:sp>
        <p:nvSpPr>
          <p:cNvPr id="6" name="飾り_泡"/>
          <p:cNvSpPr/>
          <p:nvPr/>
        </p:nvSpPr>
        <p:spPr>
          <a:xfrm>
            <a:off x="6732000" y="2700000"/>
            <a:ext cx="216000" cy="21600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ラベル背景"/>
          <p:cNvSpPr/>
          <p:nvPr/>
        </p:nvSpPr>
        <p:spPr>
          <a:xfrm>
            <a:off x="540000" y="540000"/>
            <a:ext cx="2088000" cy="468000"/>
          </a:xfrm>
          <a:prstGeom prst="roundRect">
            <a:avLst>
              <a:gd name="adj" fmla="val 50000"/>
            </a:avLst>
          </a:prstGeom>
          <a:solidFill>
            <a:srgbClr val="D969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ラベル文字"/>
          <p:cNvSpPr txBox="1"/>
          <p:nvPr/>
        </p:nvSpPr>
        <p:spPr>
          <a:xfrm>
            <a:off x="540000" y="540000"/>
            <a:ext cx="20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冬の体験会</a:t>
            </a:r>
          </a:p>
        </p:txBody>
      </p:sp>
      <p:sp>
        <p:nvSpPr>
          <p:cNvPr id="9" name="タイトル"/>
          <p:cNvSpPr txBox="1"/>
          <p:nvPr/>
        </p:nvSpPr>
        <p:spPr>
          <a:xfrm>
            <a:off x="540000" y="1260000"/>
            <a:ext cx="648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「やってみたい」を</a:t>
            </a:r>
          </a:p>
          <a:p>
            <a:pPr algn="l">
              <a:lnSpc>
                <a:spcPct val="112000"/>
              </a:lnSpc>
            </a:pPr>
            <a:r>
              <a:rPr sz="32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ためしに来ませんか</a:t>
            </a:r>
          </a:p>
        </p:txBody>
      </p:sp>
      <p:sp>
        <p:nvSpPr>
          <p:cNvPr id="10" name="飾り_下線"/>
          <p:cNvSpPr/>
          <p:nvPr/>
        </p:nvSpPr>
        <p:spPr>
          <a:xfrm>
            <a:off x="631080" y="2440800"/>
            <a:ext cx="3780000" cy="122400"/>
          </a:xfrm>
          <a:custGeom>
            <a:avLst/>
            <a:gdLst/>
            <a:ahLst/>
            <a:cxnLst/>
            <a:rect l="l" t="t" r="r" b="b"/>
            <a:pathLst>
              <a:path w="3780000" h="122400">
                <a:moveTo>
                  <a:pt x="0" y="61200"/>
                </a:moveTo>
                <a:lnTo>
                  <a:pt x="20220" y="82382"/>
                </a:lnTo>
                <a:lnTo>
                  <a:pt x="34053" y="100946"/>
                </a:lnTo>
                <a:lnTo>
                  <a:pt x="42708" y="114596"/>
                </a:lnTo>
                <a:lnTo>
                  <a:pt x="48036" y="121646"/>
                </a:lnTo>
                <a:lnTo>
                  <a:pt x="52299" y="121224"/>
                </a:lnTo>
                <a:lnTo>
                  <a:pt x="57890" y="113381"/>
                </a:lnTo>
                <a:lnTo>
                  <a:pt x="67039" y="99088"/>
                </a:lnTo>
                <a:lnTo>
                  <a:pt x="81535" y="80111"/>
                </a:lnTo>
                <a:lnTo>
                  <a:pt x="102507" y="58797"/>
                </a:lnTo>
                <a:lnTo>
                  <a:pt x="130282" y="37779"/>
                </a:lnTo>
                <a:lnTo>
                  <a:pt x="164348" y="19657"/>
                </a:lnTo>
                <a:lnTo>
                  <a:pt x="203414" y="6670"/>
                </a:lnTo>
                <a:lnTo>
                  <a:pt x="245571" y="424"/>
                </a:lnTo>
                <a:lnTo>
                  <a:pt x="288528" y="1690"/>
                </a:lnTo>
                <a:lnTo>
                  <a:pt x="329895" y="10314"/>
                </a:lnTo>
                <a:lnTo>
                  <a:pt x="367480" y="25227"/>
                </a:lnTo>
                <a:lnTo>
                  <a:pt x="399557" y="44587"/>
                </a:lnTo>
                <a:lnTo>
                  <a:pt x="425080" y="66001"/>
                </a:lnTo>
                <a:lnTo>
                  <a:pt x="443815" y="86821"/>
                </a:lnTo>
                <a:lnTo>
                  <a:pt x="456367" y="104474"/>
                </a:lnTo>
                <a:lnTo>
                  <a:pt x="464104" y="116778"/>
                </a:lnTo>
                <a:lnTo>
                  <a:pt x="468991" y="122211"/>
                </a:lnTo>
                <a:lnTo>
                  <a:pt x="473344" y="120102"/>
                </a:lnTo>
                <a:lnTo>
                  <a:pt x="479544" y="110711"/>
                </a:lnTo>
                <a:lnTo>
                  <a:pt x="489747" y="95200"/>
                </a:lnTo>
                <a:lnTo>
                  <a:pt x="505611" y="75486"/>
                </a:lnTo>
                <a:lnTo>
                  <a:pt x="528096" y="54006"/>
                </a:lnTo>
                <a:lnTo>
                  <a:pt x="557343" y="33415"/>
                </a:lnTo>
                <a:lnTo>
                  <a:pt x="592656" y="16259"/>
                </a:lnTo>
                <a:lnTo>
                  <a:pt x="632591" y="4658"/>
                </a:lnTo>
                <a:lnTo>
                  <a:pt x="675132" y="47"/>
                </a:lnTo>
                <a:lnTo>
                  <a:pt x="717940" y="2995"/>
                </a:lnTo>
                <a:lnTo>
                  <a:pt x="758644" y="13138"/>
                </a:lnTo>
                <a:lnTo>
                  <a:pt x="795133" y="29223"/>
                </a:lnTo>
                <a:lnTo>
                  <a:pt x="825816" y="49260"/>
                </a:lnTo>
                <a:lnTo>
                  <a:pt x="849821" y="70773"/>
                </a:lnTo>
                <a:lnTo>
                  <a:pt x="867102" y="91103"/>
                </a:lnTo>
                <a:lnTo>
                  <a:pt x="878441" y="107736"/>
                </a:lnTo>
                <a:lnTo>
                  <a:pt x="885359" y="118617"/>
                </a:lnTo>
                <a:lnTo>
                  <a:pt x="889920" y="122400"/>
                </a:lnTo>
                <a:lnTo>
                  <a:pt x="894480" y="118617"/>
                </a:lnTo>
                <a:lnTo>
                  <a:pt x="901398" y="107736"/>
                </a:lnTo>
                <a:lnTo>
                  <a:pt x="912737" y="91103"/>
                </a:lnTo>
                <a:lnTo>
                  <a:pt x="930018" y="70773"/>
                </a:lnTo>
                <a:lnTo>
                  <a:pt x="954023" y="49260"/>
                </a:lnTo>
                <a:lnTo>
                  <a:pt x="984706" y="29223"/>
                </a:lnTo>
                <a:lnTo>
                  <a:pt x="1021195" y="13138"/>
                </a:lnTo>
                <a:lnTo>
                  <a:pt x="1061899" y="2995"/>
                </a:lnTo>
                <a:lnTo>
                  <a:pt x="1104707" y="47"/>
                </a:lnTo>
                <a:lnTo>
                  <a:pt x="1147248" y="4658"/>
                </a:lnTo>
                <a:lnTo>
                  <a:pt x="1187183" y="16259"/>
                </a:lnTo>
                <a:lnTo>
                  <a:pt x="1222496" y="33415"/>
                </a:lnTo>
                <a:lnTo>
                  <a:pt x="1251743" y="54006"/>
                </a:lnTo>
                <a:lnTo>
                  <a:pt x="1274228" y="75486"/>
                </a:lnTo>
                <a:lnTo>
                  <a:pt x="1290092" y="95200"/>
                </a:lnTo>
                <a:lnTo>
                  <a:pt x="1300295" y="110711"/>
                </a:lnTo>
                <a:lnTo>
                  <a:pt x="1306495" y="120102"/>
                </a:lnTo>
                <a:lnTo>
                  <a:pt x="1310848" y="122211"/>
                </a:lnTo>
                <a:lnTo>
                  <a:pt x="1315735" y="116778"/>
                </a:lnTo>
                <a:lnTo>
                  <a:pt x="1323472" y="104474"/>
                </a:lnTo>
                <a:lnTo>
                  <a:pt x="1336024" y="86821"/>
                </a:lnTo>
                <a:lnTo>
                  <a:pt x="1354759" y="66001"/>
                </a:lnTo>
                <a:lnTo>
                  <a:pt x="1380282" y="44587"/>
                </a:lnTo>
                <a:lnTo>
                  <a:pt x="1412359" y="25227"/>
                </a:lnTo>
                <a:lnTo>
                  <a:pt x="1449944" y="10314"/>
                </a:lnTo>
                <a:lnTo>
                  <a:pt x="1491311" y="1690"/>
                </a:lnTo>
                <a:lnTo>
                  <a:pt x="1534268" y="424"/>
                </a:lnTo>
                <a:lnTo>
                  <a:pt x="1576425" y="6670"/>
                </a:lnTo>
                <a:lnTo>
                  <a:pt x="1615491" y="19657"/>
                </a:lnTo>
                <a:lnTo>
                  <a:pt x="1649557" y="37779"/>
                </a:lnTo>
                <a:lnTo>
                  <a:pt x="1677332" y="58797"/>
                </a:lnTo>
                <a:lnTo>
                  <a:pt x="1698304" y="80111"/>
                </a:lnTo>
                <a:lnTo>
                  <a:pt x="1712800" y="99088"/>
                </a:lnTo>
                <a:lnTo>
                  <a:pt x="1721949" y="113381"/>
                </a:lnTo>
                <a:lnTo>
                  <a:pt x="1727540" y="121224"/>
                </a:lnTo>
                <a:lnTo>
                  <a:pt x="1731803" y="121646"/>
                </a:lnTo>
                <a:lnTo>
                  <a:pt x="1737131" y="114596"/>
                </a:lnTo>
                <a:lnTo>
                  <a:pt x="1745786" y="100946"/>
                </a:lnTo>
                <a:lnTo>
                  <a:pt x="1759619" y="82382"/>
                </a:lnTo>
                <a:lnTo>
                  <a:pt x="1779840" y="61200"/>
                </a:lnTo>
                <a:lnTo>
                  <a:pt x="1806869" y="40017"/>
                </a:lnTo>
                <a:lnTo>
                  <a:pt x="1840286" y="21453"/>
                </a:lnTo>
                <a:lnTo>
                  <a:pt x="1878881" y="7803"/>
                </a:lnTo>
                <a:lnTo>
                  <a:pt x="1920803" y="753"/>
                </a:lnTo>
                <a:lnTo>
                  <a:pt x="1963790" y="1175"/>
                </a:lnTo>
                <a:lnTo>
                  <a:pt x="2005449" y="9018"/>
                </a:lnTo>
                <a:lnTo>
                  <a:pt x="2043550" y="23311"/>
                </a:lnTo>
                <a:lnTo>
                  <a:pt x="2076304" y="42288"/>
                </a:lnTo>
                <a:lnTo>
                  <a:pt x="2102582" y="63602"/>
                </a:lnTo>
                <a:lnTo>
                  <a:pt x="2122057" y="84620"/>
                </a:lnTo>
                <a:lnTo>
                  <a:pt x="2135241" y="102742"/>
                </a:lnTo>
                <a:lnTo>
                  <a:pt x="2143425" y="115729"/>
                </a:lnTo>
                <a:lnTo>
                  <a:pt x="2148518" y="121975"/>
                </a:lnTo>
                <a:lnTo>
                  <a:pt x="2152811" y="120709"/>
                </a:lnTo>
                <a:lnTo>
                  <a:pt x="2158694" y="112085"/>
                </a:lnTo>
                <a:lnTo>
                  <a:pt x="2168359" y="97172"/>
                </a:lnTo>
                <a:lnTo>
                  <a:pt x="2183532" y="77812"/>
                </a:lnTo>
                <a:lnTo>
                  <a:pt x="2205259" y="56398"/>
                </a:lnTo>
                <a:lnTo>
                  <a:pt x="2233774" y="35578"/>
                </a:lnTo>
                <a:lnTo>
                  <a:pt x="2268472" y="17925"/>
                </a:lnTo>
                <a:lnTo>
                  <a:pt x="2307985" y="5621"/>
                </a:lnTo>
                <a:lnTo>
                  <a:pt x="2350348" y="188"/>
                </a:lnTo>
                <a:lnTo>
                  <a:pt x="2393245" y="2297"/>
                </a:lnTo>
                <a:lnTo>
                  <a:pt x="2434295" y="11688"/>
                </a:lnTo>
                <a:lnTo>
                  <a:pt x="2471342" y="27199"/>
                </a:lnTo>
                <a:lnTo>
                  <a:pt x="2502728" y="46913"/>
                </a:lnTo>
                <a:lnTo>
                  <a:pt x="2527493" y="68393"/>
                </a:lnTo>
                <a:lnTo>
                  <a:pt x="2545496" y="88984"/>
                </a:lnTo>
                <a:lnTo>
                  <a:pt x="2557433" y="106140"/>
                </a:lnTo>
                <a:lnTo>
                  <a:pt x="2564748" y="117741"/>
                </a:lnTo>
                <a:lnTo>
                  <a:pt x="2569457" y="122352"/>
                </a:lnTo>
                <a:lnTo>
                  <a:pt x="2573899" y="119404"/>
                </a:lnTo>
                <a:lnTo>
                  <a:pt x="2580445" y="109261"/>
                </a:lnTo>
                <a:lnTo>
                  <a:pt x="2591206" y="93176"/>
                </a:lnTo>
                <a:lnTo>
                  <a:pt x="2607773" y="73139"/>
                </a:lnTo>
                <a:lnTo>
                  <a:pt x="2631018" y="51626"/>
                </a:lnTo>
                <a:lnTo>
                  <a:pt x="2660987" y="31296"/>
                </a:lnTo>
                <a:lnTo>
                  <a:pt x="2696898" y="14663"/>
                </a:lnTo>
                <a:lnTo>
                  <a:pt x="2737230" y="3782"/>
                </a:lnTo>
                <a:lnTo>
                  <a:pt x="2779920" y="0"/>
                </a:lnTo>
                <a:lnTo>
                  <a:pt x="2822609" y="3782"/>
                </a:lnTo>
                <a:lnTo>
                  <a:pt x="2862941" y="14663"/>
                </a:lnTo>
                <a:lnTo>
                  <a:pt x="2898852" y="31296"/>
                </a:lnTo>
                <a:lnTo>
                  <a:pt x="2928821" y="51626"/>
                </a:lnTo>
                <a:lnTo>
                  <a:pt x="2952066" y="73139"/>
                </a:lnTo>
                <a:lnTo>
                  <a:pt x="2968633" y="93176"/>
                </a:lnTo>
                <a:lnTo>
                  <a:pt x="2979394" y="109261"/>
                </a:lnTo>
                <a:lnTo>
                  <a:pt x="2985940" y="119404"/>
                </a:lnTo>
                <a:lnTo>
                  <a:pt x="2990382" y="122352"/>
                </a:lnTo>
                <a:lnTo>
                  <a:pt x="2995091" y="117741"/>
                </a:lnTo>
                <a:lnTo>
                  <a:pt x="3002406" y="106140"/>
                </a:lnTo>
                <a:lnTo>
                  <a:pt x="3014343" y="88984"/>
                </a:lnTo>
                <a:lnTo>
                  <a:pt x="3032346" y="68393"/>
                </a:lnTo>
                <a:lnTo>
                  <a:pt x="3057111" y="46913"/>
                </a:lnTo>
                <a:lnTo>
                  <a:pt x="3088497" y="27199"/>
                </a:lnTo>
                <a:lnTo>
                  <a:pt x="3125544" y="11688"/>
                </a:lnTo>
                <a:lnTo>
                  <a:pt x="3166594" y="2297"/>
                </a:lnTo>
                <a:lnTo>
                  <a:pt x="3209491" y="188"/>
                </a:lnTo>
                <a:lnTo>
                  <a:pt x="3251854" y="5621"/>
                </a:lnTo>
                <a:lnTo>
                  <a:pt x="3291367" y="17925"/>
                </a:lnTo>
                <a:lnTo>
                  <a:pt x="3326065" y="35578"/>
                </a:lnTo>
                <a:lnTo>
                  <a:pt x="3354580" y="56398"/>
                </a:lnTo>
                <a:lnTo>
                  <a:pt x="3376307" y="77812"/>
                </a:lnTo>
                <a:lnTo>
                  <a:pt x="3391480" y="97172"/>
                </a:lnTo>
                <a:lnTo>
                  <a:pt x="3401145" y="112085"/>
                </a:lnTo>
                <a:lnTo>
                  <a:pt x="3407028" y="120709"/>
                </a:lnTo>
                <a:lnTo>
                  <a:pt x="3411321" y="121975"/>
                </a:lnTo>
                <a:lnTo>
                  <a:pt x="3416414" y="115729"/>
                </a:lnTo>
                <a:lnTo>
                  <a:pt x="3424598" y="102742"/>
                </a:lnTo>
                <a:lnTo>
                  <a:pt x="3437782" y="84620"/>
                </a:lnTo>
                <a:lnTo>
                  <a:pt x="3457257" y="63602"/>
                </a:lnTo>
                <a:lnTo>
                  <a:pt x="3483535" y="42288"/>
                </a:lnTo>
                <a:lnTo>
                  <a:pt x="3516289" y="23311"/>
                </a:lnTo>
                <a:lnTo>
                  <a:pt x="3554390" y="9018"/>
                </a:lnTo>
                <a:lnTo>
                  <a:pt x="3596049" y="1175"/>
                </a:lnTo>
                <a:lnTo>
                  <a:pt x="3639036" y="753"/>
                </a:lnTo>
                <a:lnTo>
                  <a:pt x="3680958" y="7803"/>
                </a:lnTo>
                <a:lnTo>
                  <a:pt x="3719553" y="21453"/>
                </a:lnTo>
                <a:lnTo>
                  <a:pt x="3752970" y="40017"/>
                </a:lnTo>
                <a:lnTo>
                  <a:pt x="3780000" y="61200"/>
                </a:lnTo>
              </a:path>
            </a:pathLst>
          </a:custGeom>
          <a:noFill/>
          <a:ln w="36000">
            <a:solidFill>
              <a:srgbClr val="7DB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教室名"/>
          <p:cNvSpPr txBox="1"/>
          <p:nvPr/>
        </p:nvSpPr>
        <p:spPr>
          <a:xfrm>
            <a:off x="540000" y="2682000"/>
            <a:ext cx="648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おえかき教室 そらいろ</a:t>
            </a:r>
          </a:p>
        </p:txBody>
      </p:sp>
      <p:sp>
        <p:nvSpPr>
          <p:cNvPr id="12" name="写真枠（写真に差し替え）"/>
          <p:cNvSpPr/>
          <p:nvPr/>
        </p:nvSpPr>
        <p:spPr>
          <a:xfrm>
            <a:off x="540000" y="3132000"/>
            <a:ext cx="6480000" cy="2808000"/>
          </a:xfrm>
          <a:prstGeom prst="roundRect">
            <a:avLst>
              <a:gd name="adj" fmla="val 8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写真枠の説明（差し替え後に削除）"/>
          <p:cNvSpPr txBox="1"/>
          <p:nvPr/>
        </p:nvSpPr>
        <p:spPr>
          <a:xfrm>
            <a:off x="540000" y="3132000"/>
            <a:ext cx="6480000" cy="28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ここに教室の写真</a:t>
            </a:r>
          </a:p>
        </p:txBody>
      </p:sp>
      <p:sp>
        <p:nvSpPr>
          <p:cNvPr id="14" name="日付背景"/>
          <p:cNvSpPr/>
          <p:nvPr/>
        </p:nvSpPr>
        <p:spPr>
          <a:xfrm>
            <a:off x="540000" y="6192000"/>
            <a:ext cx="6480000" cy="864000"/>
          </a:xfrm>
          <a:prstGeom prst="roundRect">
            <a:avLst>
              <a:gd name="adj" fmla="val 30000"/>
            </a:avLst>
          </a:prstGeom>
          <a:solidFill>
            <a:srgbClr val="D969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日付"/>
          <p:cNvSpPr txBox="1"/>
          <p:nvPr/>
        </p:nvSpPr>
        <p:spPr>
          <a:xfrm>
            <a:off x="540000" y="6264000"/>
            <a:ext cx="64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1月16日（土）・23日（土）</a:t>
            </a:r>
          </a:p>
        </p:txBody>
      </p:sp>
      <p:sp>
        <p:nvSpPr>
          <p:cNvPr id="16" name="時間"/>
          <p:cNvSpPr txBox="1"/>
          <p:nvPr/>
        </p:nvSpPr>
        <p:spPr>
          <a:xfrm>
            <a:off x="540000" y="6696000"/>
            <a:ext cx="64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10:00〜11:00</a:t>
            </a:r>
          </a:p>
        </p:txBody>
      </p:sp>
      <p:sp>
        <p:nvSpPr>
          <p:cNvPr id="17" name="項目名背景_対象"/>
          <p:cNvSpPr/>
          <p:nvPr/>
        </p:nvSpPr>
        <p:spPr>
          <a:xfrm>
            <a:off x="540000" y="734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項目名_対象"/>
          <p:cNvSpPr txBox="1"/>
          <p:nvPr/>
        </p:nvSpPr>
        <p:spPr>
          <a:xfrm>
            <a:off x="540000" y="734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対象</a:t>
            </a:r>
          </a:p>
        </p:txBody>
      </p:sp>
      <p:sp>
        <p:nvSpPr>
          <p:cNvPr id="19" name="内容_対象"/>
          <p:cNvSpPr txBox="1"/>
          <p:nvPr/>
        </p:nvSpPr>
        <p:spPr>
          <a:xfrm>
            <a:off x="1476000" y="736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3〜6さい（未就学のお子さん）</a:t>
            </a:r>
          </a:p>
        </p:txBody>
      </p:sp>
      <p:sp>
        <p:nvSpPr>
          <p:cNvPr id="20" name="項目名背景_内容"/>
          <p:cNvSpPr/>
          <p:nvPr/>
        </p:nvSpPr>
        <p:spPr>
          <a:xfrm>
            <a:off x="540000" y="770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項目名_内容"/>
          <p:cNvSpPr txBox="1"/>
          <p:nvPr/>
        </p:nvSpPr>
        <p:spPr>
          <a:xfrm>
            <a:off x="540000" y="770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内容</a:t>
            </a:r>
          </a:p>
        </p:txBody>
      </p:sp>
      <p:sp>
        <p:nvSpPr>
          <p:cNvPr id="22" name="内容_内容"/>
          <p:cNvSpPr txBox="1"/>
          <p:nvPr/>
        </p:nvSpPr>
        <p:spPr>
          <a:xfrm>
            <a:off x="1476000" y="772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大きな紙に、絵の具で自由に描きます</a:t>
            </a:r>
          </a:p>
        </p:txBody>
      </p:sp>
      <p:sp>
        <p:nvSpPr>
          <p:cNvPr id="23" name="項目名背景_料金"/>
          <p:cNvSpPr/>
          <p:nvPr/>
        </p:nvSpPr>
        <p:spPr>
          <a:xfrm>
            <a:off x="540000" y="806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項目名_料金"/>
          <p:cNvSpPr txBox="1"/>
          <p:nvPr/>
        </p:nvSpPr>
        <p:spPr>
          <a:xfrm>
            <a:off x="540000" y="806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料金</a:t>
            </a:r>
          </a:p>
        </p:txBody>
      </p:sp>
      <p:sp>
        <p:nvSpPr>
          <p:cNvPr id="25" name="内容_料金"/>
          <p:cNvSpPr txBox="1"/>
          <p:nvPr/>
        </p:nvSpPr>
        <p:spPr>
          <a:xfrm>
            <a:off x="1476000" y="808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500円（材料費こみ）</a:t>
            </a:r>
          </a:p>
        </p:txBody>
      </p:sp>
      <p:sp>
        <p:nvSpPr>
          <p:cNvPr id="26" name="項目名背景_定員"/>
          <p:cNvSpPr/>
          <p:nvPr/>
        </p:nvSpPr>
        <p:spPr>
          <a:xfrm>
            <a:off x="540000" y="842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項目名_定員"/>
          <p:cNvSpPr txBox="1"/>
          <p:nvPr/>
        </p:nvSpPr>
        <p:spPr>
          <a:xfrm>
            <a:off x="540000" y="842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定員</a:t>
            </a:r>
          </a:p>
        </p:txBody>
      </p:sp>
      <p:sp>
        <p:nvSpPr>
          <p:cNvPr id="28" name="内容_定員"/>
          <p:cNvSpPr txBox="1"/>
          <p:nvPr/>
        </p:nvSpPr>
        <p:spPr>
          <a:xfrm>
            <a:off x="1476000" y="844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各回4名（先着順）</a:t>
            </a:r>
          </a:p>
        </p:txBody>
      </p:sp>
      <p:sp>
        <p:nvSpPr>
          <p:cNvPr id="29" name="項目名背景_持ち物"/>
          <p:cNvSpPr/>
          <p:nvPr/>
        </p:nvSpPr>
        <p:spPr>
          <a:xfrm>
            <a:off x="540000" y="878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項目名_持ち物"/>
          <p:cNvSpPr txBox="1"/>
          <p:nvPr/>
        </p:nvSpPr>
        <p:spPr>
          <a:xfrm>
            <a:off x="540000" y="878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持ち物</a:t>
            </a:r>
          </a:p>
        </p:txBody>
      </p:sp>
      <p:sp>
        <p:nvSpPr>
          <p:cNvPr id="31" name="内容_持ち物"/>
          <p:cNvSpPr txBox="1"/>
          <p:nvPr/>
        </p:nvSpPr>
        <p:spPr>
          <a:xfrm>
            <a:off x="1476000" y="880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よごれてもいい服・水筒</a:t>
            </a:r>
          </a:p>
        </p:txBody>
      </p:sp>
      <p:sp>
        <p:nvSpPr>
          <p:cNvPr id="32" name="項目名背景_場所"/>
          <p:cNvSpPr/>
          <p:nvPr/>
        </p:nvSpPr>
        <p:spPr>
          <a:xfrm>
            <a:off x="540000" y="9144000"/>
            <a:ext cx="792000" cy="2520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項目名_場所"/>
          <p:cNvSpPr txBox="1"/>
          <p:nvPr/>
        </p:nvSpPr>
        <p:spPr>
          <a:xfrm>
            <a:off x="540000" y="91440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場所</a:t>
            </a:r>
          </a:p>
        </p:txBody>
      </p:sp>
      <p:sp>
        <p:nvSpPr>
          <p:cNvPr id="34" name="内容_場所"/>
          <p:cNvSpPr txBox="1"/>
          <p:nvPr/>
        </p:nvSpPr>
        <p:spPr>
          <a:xfrm>
            <a:off x="1476000" y="9165600"/>
            <a:ext cx="40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○○市○○町（くわしい場所はお申し込み後にお知らせします）</a:t>
            </a:r>
          </a:p>
        </p:txBody>
      </p:sp>
      <p:sp>
        <p:nvSpPr>
          <p:cNvPr id="35" name="申込枠"/>
          <p:cNvSpPr/>
          <p:nvPr/>
        </p:nvSpPr>
        <p:spPr>
          <a:xfrm>
            <a:off x="540000" y="9576000"/>
            <a:ext cx="5040000" cy="68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800">
            <a:solidFill>
              <a:srgbClr val="7DB89E"/>
            </a:solidFill>
          </a:ln>
        </p:spPr>
        <p:txBody>
          <a:bodyPr rtlCol="0" anchor="ctr"/>
          <a:lstStyle/>
          <a:p/>
        </p:txBody>
      </p:sp>
      <p:sp>
        <p:nvSpPr>
          <p:cNvPr id="36" name="申込方法"/>
          <p:cNvSpPr txBox="1"/>
          <p:nvPr/>
        </p:nvSpPr>
        <p:spPr>
          <a:xfrm>
            <a:off x="720000" y="9666000"/>
            <a:ext cx="475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お申し込み　しめきり：1月9日（土）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InstagramのDMかLINEで、「お名前・年齢・希望日」を送ってください</a:t>
            </a:r>
          </a:p>
        </p:txBody>
      </p:sp>
      <p:sp>
        <p:nvSpPr>
          <p:cNvPr id="37" name="QRコード枠（差し替え）"/>
          <p:cNvSpPr/>
          <p:nvPr/>
        </p:nvSpPr>
        <p:spPr>
          <a:xfrm>
            <a:off x="5868000" y="9180000"/>
            <a:ext cx="1152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8000">
            <a:solidFill>
              <a:srgbClr val="D9692F"/>
            </a:solidFill>
          </a:ln>
        </p:spPr>
        <p:txBody>
          <a:bodyPr rtlCol="0" anchor="ctr"/>
          <a:lstStyle/>
          <a:p/>
        </p:txBody>
      </p:sp>
      <p:sp>
        <p:nvSpPr>
          <p:cNvPr id="38" name="QR枠の説明（差し替え後に削除）"/>
          <p:cNvSpPr txBox="1"/>
          <p:nvPr/>
        </p:nvSpPr>
        <p:spPr>
          <a:xfrm>
            <a:off x="5868000" y="9180000"/>
            <a:ext cx="1152000" cy="11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QRコード</a:t>
            </a: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を置く</a:t>
            </a:r>
          </a:p>
        </p:txBody>
      </p:sp>
      <p:sp>
        <p:nvSpPr>
          <p:cNvPr id="39" name="ひとこと"/>
          <p:cNvSpPr txBox="1"/>
          <p:nvPr/>
        </p:nvSpPr>
        <p:spPr>
          <a:xfrm>
            <a:off x="540000" y="10386000"/>
            <a:ext cx="50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見学だけ、保護者の方のご相談だけでも大丈夫です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